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5" r:id="rId2"/>
    <p:sldId id="266" r:id="rId3"/>
    <p:sldId id="267" r:id="rId4"/>
    <p:sldId id="261" r:id="rId5"/>
    <p:sldId id="259" r:id="rId6"/>
    <p:sldId id="260" r:id="rId7"/>
    <p:sldId id="256" r:id="rId8"/>
    <p:sldId id="257" r:id="rId9"/>
    <p:sldId id="258"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6B3C66F-1194-4CC0-8EF7-2005B2908020}">
          <p14:sldIdLst>
            <p14:sldId id="265"/>
            <p14:sldId id="266"/>
            <p14:sldId id="267"/>
          </p14:sldIdLst>
        </p14:section>
        <p14:section name="Pricing models" id="{97B4E879-A6A9-4799-A655-8892080861A1}">
          <p14:sldIdLst>
            <p14:sldId id="261"/>
            <p14:sldId id="259"/>
            <p14:sldId id="260"/>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3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78" y="4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el Cuijpers" userId="6d23da6f-3f22-4cb8-bcf6-20be9f299982" providerId="ADAL" clId="{1FD6E253-DC20-4E51-B424-53C4A8EA3001}"/>
    <pc:docChg chg="custSel addSld delSld modSld sldOrd modMainMaster addSection modSection">
      <pc:chgData name="Giel Cuijpers" userId="6d23da6f-3f22-4cb8-bcf6-20be9f299982" providerId="ADAL" clId="{1FD6E253-DC20-4E51-B424-53C4A8EA3001}" dt="2026-10-05T09:17:23.823" v="2775" actId="207"/>
      <pc:docMkLst>
        <pc:docMk/>
      </pc:docMkLst>
      <pc:sldChg chg="modSp mod setBg">
        <pc:chgData name="Giel Cuijpers" userId="6d23da6f-3f22-4cb8-bcf6-20be9f299982" providerId="ADAL" clId="{1FD6E253-DC20-4E51-B424-53C4A8EA3001}" dt="2026-09-30T07:11:03.584" v="2743"/>
        <pc:sldMkLst>
          <pc:docMk/>
          <pc:sldMk cId="0" sldId="256"/>
        </pc:sldMkLst>
        <pc:spChg chg="mod">
          <ac:chgData name="Giel Cuijpers" userId="6d23da6f-3f22-4cb8-bcf6-20be9f299982" providerId="ADAL" clId="{1FD6E253-DC20-4E51-B424-53C4A8EA3001}" dt="2026-09-29T14:58:06.134" v="0" actId="20577"/>
          <ac:spMkLst>
            <pc:docMk/>
            <pc:sldMk cId="0" sldId="256"/>
            <ac:spMk id="4" creationId="{00000000-0000-0000-0000-000000000000}"/>
          </ac:spMkLst>
        </pc:spChg>
        <pc:spChg chg="mod">
          <ac:chgData name="Giel Cuijpers" userId="6d23da6f-3f22-4cb8-bcf6-20be9f299982" providerId="ADAL" clId="{1FD6E253-DC20-4E51-B424-53C4A8EA3001}" dt="2026-09-29T14:58:06.180" v="1" actId="20577"/>
          <ac:spMkLst>
            <pc:docMk/>
            <pc:sldMk cId="0" sldId="256"/>
            <ac:spMk id="5" creationId="{00000000-0000-0000-0000-000000000000}"/>
          </ac:spMkLst>
        </pc:spChg>
        <pc:spChg chg="mod">
          <ac:chgData name="Giel Cuijpers" userId="6d23da6f-3f22-4cb8-bcf6-20be9f299982" providerId="ADAL" clId="{1FD6E253-DC20-4E51-B424-53C4A8EA3001}" dt="2026-09-29T15:38:04.846" v="1345" actId="20577"/>
          <ac:spMkLst>
            <pc:docMk/>
            <pc:sldMk cId="0" sldId="256"/>
            <ac:spMk id="6" creationId="{00000000-0000-0000-0000-000000000000}"/>
          </ac:spMkLst>
        </pc:spChg>
        <pc:spChg chg="mod">
          <ac:chgData name="Giel Cuijpers" userId="6d23da6f-3f22-4cb8-bcf6-20be9f299982" providerId="ADAL" clId="{1FD6E253-DC20-4E51-B424-53C4A8EA3001}" dt="2026-09-29T15:38:04.852" v="1346" actId="20577"/>
          <ac:spMkLst>
            <pc:docMk/>
            <pc:sldMk cId="0" sldId="256"/>
            <ac:spMk id="10" creationId="{00000000-0000-0000-0000-000000000000}"/>
          </ac:spMkLst>
        </pc:spChg>
        <pc:spChg chg="mod">
          <ac:chgData name="Giel Cuijpers" userId="6d23da6f-3f22-4cb8-bcf6-20be9f299982" providerId="ADAL" clId="{1FD6E253-DC20-4E51-B424-53C4A8EA3001}" dt="2026-09-29T15:38:04.859" v="1347" actId="20577"/>
          <ac:spMkLst>
            <pc:docMk/>
            <pc:sldMk cId="0" sldId="256"/>
            <ac:spMk id="15" creationId="{00000000-0000-0000-0000-000000000000}"/>
          </ac:spMkLst>
        </pc:spChg>
        <pc:spChg chg="mod">
          <ac:chgData name="Giel Cuijpers" userId="6d23da6f-3f22-4cb8-bcf6-20be9f299982" providerId="ADAL" clId="{1FD6E253-DC20-4E51-B424-53C4A8EA3001}" dt="2026-09-29T14:58:06.315" v="3" actId="20577"/>
          <ac:spMkLst>
            <pc:docMk/>
            <pc:sldMk cId="0" sldId="256"/>
            <ac:spMk id="16" creationId="{00000000-0000-0000-0000-000000000000}"/>
          </ac:spMkLst>
        </pc:spChg>
        <pc:spChg chg="mod">
          <ac:chgData name="Giel Cuijpers" userId="6d23da6f-3f22-4cb8-bcf6-20be9f299982" providerId="ADAL" clId="{1FD6E253-DC20-4E51-B424-53C4A8EA3001}" dt="2026-09-29T14:58:06.260" v="2" actId="20577"/>
          <ac:spMkLst>
            <pc:docMk/>
            <pc:sldMk cId="0" sldId="256"/>
            <ac:spMk id="23" creationId="{00000000-0000-0000-0000-000000000000}"/>
          </ac:spMkLst>
        </pc:spChg>
        <pc:spChg chg="mod">
          <ac:chgData name="Giel Cuijpers" userId="6d23da6f-3f22-4cb8-bcf6-20be9f299982" providerId="ADAL" clId="{1FD6E253-DC20-4E51-B424-53C4A8EA3001}" dt="2026-09-29T15:38:04.866" v="1348" actId="20577"/>
          <ac:spMkLst>
            <pc:docMk/>
            <pc:sldMk cId="0" sldId="256"/>
            <ac:spMk id="27" creationId="{00000000-0000-0000-0000-000000000000}"/>
          </ac:spMkLst>
        </pc:spChg>
        <pc:spChg chg="mod">
          <ac:chgData name="Giel Cuijpers" userId="6d23da6f-3f22-4cb8-bcf6-20be9f299982" providerId="ADAL" clId="{1FD6E253-DC20-4E51-B424-53C4A8EA3001}" dt="2026-09-29T15:38:04.873" v="1349" actId="20577"/>
          <ac:spMkLst>
            <pc:docMk/>
            <pc:sldMk cId="0" sldId="256"/>
            <ac:spMk id="28" creationId="{00000000-0000-0000-0000-000000000000}"/>
          </ac:spMkLst>
        </pc:spChg>
        <pc:spChg chg="mod">
          <ac:chgData name="Giel Cuijpers" userId="6d23da6f-3f22-4cb8-bcf6-20be9f299982" providerId="ADAL" clId="{1FD6E253-DC20-4E51-B424-53C4A8EA3001}" dt="2026-09-29T15:38:04.882" v="1350" actId="20577"/>
          <ac:spMkLst>
            <pc:docMk/>
            <pc:sldMk cId="0" sldId="256"/>
            <ac:spMk id="34" creationId="{00000000-0000-0000-0000-000000000000}"/>
          </ac:spMkLst>
        </pc:spChg>
        <pc:spChg chg="mod">
          <ac:chgData name="Giel Cuijpers" userId="6d23da6f-3f22-4cb8-bcf6-20be9f299982" providerId="ADAL" clId="{1FD6E253-DC20-4E51-B424-53C4A8EA3001}" dt="2026-09-29T14:58:06.469" v="4" actId="20577"/>
          <ac:spMkLst>
            <pc:docMk/>
            <pc:sldMk cId="0" sldId="256"/>
            <ac:spMk id="35" creationId="{00000000-0000-0000-0000-000000000000}"/>
          </ac:spMkLst>
        </pc:spChg>
        <pc:spChg chg="mod">
          <ac:chgData name="Giel Cuijpers" userId="6d23da6f-3f22-4cb8-bcf6-20be9f299982" providerId="ADAL" clId="{1FD6E253-DC20-4E51-B424-53C4A8EA3001}" dt="2026-09-29T15:38:04.891" v="1351" actId="20577"/>
          <ac:spMkLst>
            <pc:docMk/>
            <pc:sldMk cId="0" sldId="256"/>
            <ac:spMk id="37" creationId="{00000000-0000-0000-0000-000000000000}"/>
          </ac:spMkLst>
        </pc:spChg>
        <pc:spChg chg="mod">
          <ac:chgData name="Giel Cuijpers" userId="6d23da6f-3f22-4cb8-bcf6-20be9f299982" providerId="ADAL" clId="{1FD6E253-DC20-4E51-B424-53C4A8EA3001}" dt="2026-09-29T14:58:06.669" v="6" actId="20577"/>
          <ac:spMkLst>
            <pc:docMk/>
            <pc:sldMk cId="0" sldId="256"/>
            <ac:spMk id="38" creationId="{00000000-0000-0000-0000-000000000000}"/>
          </ac:spMkLst>
        </pc:spChg>
        <pc:spChg chg="mod">
          <ac:chgData name="Giel Cuijpers" userId="6d23da6f-3f22-4cb8-bcf6-20be9f299982" providerId="ADAL" clId="{1FD6E253-DC20-4E51-B424-53C4A8EA3001}" dt="2026-09-29T14:58:06.830" v="7" actId="20577"/>
          <ac:spMkLst>
            <pc:docMk/>
            <pc:sldMk cId="0" sldId="256"/>
            <ac:spMk id="41" creationId="{00000000-0000-0000-0000-000000000000}"/>
          </ac:spMkLst>
        </pc:spChg>
        <pc:spChg chg="mod">
          <ac:chgData name="Giel Cuijpers" userId="6d23da6f-3f22-4cb8-bcf6-20be9f299982" providerId="ADAL" clId="{1FD6E253-DC20-4E51-B424-53C4A8EA3001}" dt="2026-09-29T14:58:07.059" v="8" actId="20577"/>
          <ac:spMkLst>
            <pc:docMk/>
            <pc:sldMk cId="0" sldId="256"/>
            <ac:spMk id="45" creationId="{00000000-0000-0000-0000-000000000000}"/>
          </ac:spMkLst>
        </pc:spChg>
        <pc:spChg chg="mod">
          <ac:chgData name="Giel Cuijpers" userId="6d23da6f-3f22-4cb8-bcf6-20be9f299982" providerId="ADAL" clId="{1FD6E253-DC20-4E51-B424-53C4A8EA3001}" dt="2026-09-29T15:38:04.900" v="1352" actId="20577"/>
          <ac:spMkLst>
            <pc:docMk/>
            <pc:sldMk cId="0" sldId="256"/>
            <ac:spMk id="47" creationId="{00000000-0000-0000-0000-000000000000}"/>
          </ac:spMkLst>
        </pc:spChg>
        <pc:spChg chg="mod">
          <ac:chgData name="Giel Cuijpers" userId="6d23da6f-3f22-4cb8-bcf6-20be9f299982" providerId="ADAL" clId="{1FD6E253-DC20-4E51-B424-53C4A8EA3001}" dt="2026-09-29T14:58:07.317" v="10" actId="20577"/>
          <ac:spMkLst>
            <pc:docMk/>
            <pc:sldMk cId="0" sldId="256"/>
            <ac:spMk id="48" creationId="{00000000-0000-0000-0000-000000000000}"/>
          </ac:spMkLst>
        </pc:spChg>
      </pc:sldChg>
      <pc:sldChg chg="modSp mod setBg">
        <pc:chgData name="Giel Cuijpers" userId="6d23da6f-3f22-4cb8-bcf6-20be9f299982" providerId="ADAL" clId="{1FD6E253-DC20-4E51-B424-53C4A8EA3001}" dt="2026-09-30T07:11:03.584" v="2743"/>
        <pc:sldMkLst>
          <pc:docMk/>
          <pc:sldMk cId="0" sldId="257"/>
        </pc:sldMkLst>
        <pc:spChg chg="mod">
          <ac:chgData name="Giel Cuijpers" userId="6d23da6f-3f22-4cb8-bcf6-20be9f299982" providerId="ADAL" clId="{1FD6E253-DC20-4E51-B424-53C4A8EA3001}" dt="2026-09-29T15:38:04.908" v="1353" actId="20577"/>
          <ac:spMkLst>
            <pc:docMk/>
            <pc:sldMk cId="0" sldId="257"/>
            <ac:spMk id="4" creationId="{00000000-0000-0000-0000-000000000000}"/>
          </ac:spMkLst>
        </pc:spChg>
        <pc:spChg chg="mod">
          <ac:chgData name="Giel Cuijpers" userId="6d23da6f-3f22-4cb8-bcf6-20be9f299982" providerId="ADAL" clId="{1FD6E253-DC20-4E51-B424-53C4A8EA3001}" dt="2026-09-29T15:38:04.915" v="1354" actId="20577"/>
          <ac:spMkLst>
            <pc:docMk/>
            <pc:sldMk cId="0" sldId="257"/>
            <ac:spMk id="5" creationId="{00000000-0000-0000-0000-000000000000}"/>
          </ac:spMkLst>
        </pc:spChg>
        <pc:spChg chg="mod">
          <ac:chgData name="Giel Cuijpers" userId="6d23da6f-3f22-4cb8-bcf6-20be9f299982" providerId="ADAL" clId="{1FD6E253-DC20-4E51-B424-53C4A8EA3001}" dt="2026-09-29T15:38:04.922" v="1355" actId="20577"/>
          <ac:spMkLst>
            <pc:docMk/>
            <pc:sldMk cId="0" sldId="257"/>
            <ac:spMk id="8" creationId="{00000000-0000-0000-0000-000000000000}"/>
          </ac:spMkLst>
        </pc:spChg>
        <pc:spChg chg="mod">
          <ac:chgData name="Giel Cuijpers" userId="6d23da6f-3f22-4cb8-bcf6-20be9f299982" providerId="ADAL" clId="{1FD6E253-DC20-4E51-B424-53C4A8EA3001}" dt="2026-09-29T15:38:04.929" v="1356" actId="20577"/>
          <ac:spMkLst>
            <pc:docMk/>
            <pc:sldMk cId="0" sldId="257"/>
            <ac:spMk id="9" creationId="{00000000-0000-0000-0000-000000000000}"/>
          </ac:spMkLst>
        </pc:spChg>
        <pc:spChg chg="mod">
          <ac:chgData name="Giel Cuijpers" userId="6d23da6f-3f22-4cb8-bcf6-20be9f299982" providerId="ADAL" clId="{1FD6E253-DC20-4E51-B424-53C4A8EA3001}" dt="2026-09-29T14:58:07.371" v="12" actId="20577"/>
          <ac:spMkLst>
            <pc:docMk/>
            <pc:sldMk cId="0" sldId="257"/>
            <ac:spMk id="10" creationId="{00000000-0000-0000-0000-000000000000}"/>
          </ac:spMkLst>
        </pc:spChg>
        <pc:spChg chg="mod">
          <ac:chgData name="Giel Cuijpers" userId="6d23da6f-3f22-4cb8-bcf6-20be9f299982" providerId="ADAL" clId="{1FD6E253-DC20-4E51-B424-53C4A8EA3001}" dt="2026-09-29T15:38:04.936" v="1357" actId="20577"/>
          <ac:spMkLst>
            <pc:docMk/>
            <pc:sldMk cId="0" sldId="257"/>
            <ac:spMk id="13" creationId="{00000000-0000-0000-0000-000000000000}"/>
          </ac:spMkLst>
        </pc:spChg>
        <pc:spChg chg="mod">
          <ac:chgData name="Giel Cuijpers" userId="6d23da6f-3f22-4cb8-bcf6-20be9f299982" providerId="ADAL" clId="{1FD6E253-DC20-4E51-B424-53C4A8EA3001}" dt="2026-09-29T15:38:04.943" v="1358" actId="20577"/>
          <ac:spMkLst>
            <pc:docMk/>
            <pc:sldMk cId="0" sldId="257"/>
            <ac:spMk id="15" creationId="{00000000-0000-0000-0000-000000000000}"/>
          </ac:spMkLst>
        </pc:spChg>
        <pc:spChg chg="mod">
          <ac:chgData name="Giel Cuijpers" userId="6d23da6f-3f22-4cb8-bcf6-20be9f299982" providerId="ADAL" clId="{1FD6E253-DC20-4E51-B424-53C4A8EA3001}" dt="2026-09-29T14:58:07.479" v="14" actId="20577"/>
          <ac:spMkLst>
            <pc:docMk/>
            <pc:sldMk cId="0" sldId="257"/>
            <ac:spMk id="17" creationId="{00000000-0000-0000-0000-000000000000}"/>
          </ac:spMkLst>
        </pc:spChg>
        <pc:spChg chg="mod">
          <ac:chgData name="Giel Cuijpers" userId="6d23da6f-3f22-4cb8-bcf6-20be9f299982" providerId="ADAL" clId="{1FD6E253-DC20-4E51-B424-53C4A8EA3001}" dt="2026-09-29T15:38:04.949" v="1359" actId="20577"/>
          <ac:spMkLst>
            <pc:docMk/>
            <pc:sldMk cId="0" sldId="257"/>
            <ac:spMk id="21" creationId="{00000000-0000-0000-0000-000000000000}"/>
          </ac:spMkLst>
        </pc:spChg>
        <pc:spChg chg="mod">
          <ac:chgData name="Giel Cuijpers" userId="6d23da6f-3f22-4cb8-bcf6-20be9f299982" providerId="ADAL" clId="{1FD6E253-DC20-4E51-B424-53C4A8EA3001}" dt="2026-09-29T15:38:04.956" v="1360" actId="20577"/>
          <ac:spMkLst>
            <pc:docMk/>
            <pc:sldMk cId="0" sldId="257"/>
            <ac:spMk id="22" creationId="{00000000-0000-0000-0000-000000000000}"/>
          </ac:spMkLst>
        </pc:spChg>
        <pc:spChg chg="mod">
          <ac:chgData name="Giel Cuijpers" userId="6d23da6f-3f22-4cb8-bcf6-20be9f299982" providerId="ADAL" clId="{1FD6E253-DC20-4E51-B424-53C4A8EA3001}" dt="2026-09-29T15:38:04.964" v="1361" actId="20577"/>
          <ac:spMkLst>
            <pc:docMk/>
            <pc:sldMk cId="0" sldId="257"/>
            <ac:spMk id="25" creationId="{00000000-0000-0000-0000-000000000000}"/>
          </ac:spMkLst>
        </pc:spChg>
        <pc:spChg chg="mod">
          <ac:chgData name="Giel Cuijpers" userId="6d23da6f-3f22-4cb8-bcf6-20be9f299982" providerId="ADAL" clId="{1FD6E253-DC20-4E51-B424-53C4A8EA3001}" dt="2026-09-29T15:38:04.970" v="1362" actId="20577"/>
          <ac:spMkLst>
            <pc:docMk/>
            <pc:sldMk cId="0" sldId="257"/>
            <ac:spMk id="26" creationId="{00000000-0000-0000-0000-000000000000}"/>
          </ac:spMkLst>
        </pc:spChg>
        <pc:spChg chg="mod">
          <ac:chgData name="Giel Cuijpers" userId="6d23da6f-3f22-4cb8-bcf6-20be9f299982" providerId="ADAL" clId="{1FD6E253-DC20-4E51-B424-53C4A8EA3001}" dt="2026-09-29T15:38:04.978" v="1363" actId="20577"/>
          <ac:spMkLst>
            <pc:docMk/>
            <pc:sldMk cId="0" sldId="257"/>
            <ac:spMk id="28" creationId="{00000000-0000-0000-0000-000000000000}"/>
          </ac:spMkLst>
        </pc:spChg>
        <pc:spChg chg="mod">
          <ac:chgData name="Giel Cuijpers" userId="6d23da6f-3f22-4cb8-bcf6-20be9f299982" providerId="ADAL" clId="{1FD6E253-DC20-4E51-B424-53C4A8EA3001}" dt="2026-09-29T14:58:07.580" v="15" actId="20577"/>
          <ac:spMkLst>
            <pc:docMk/>
            <pc:sldMk cId="0" sldId="257"/>
            <ac:spMk id="29" creationId="{00000000-0000-0000-0000-000000000000}"/>
          </ac:spMkLst>
        </pc:spChg>
        <pc:spChg chg="mod">
          <ac:chgData name="Giel Cuijpers" userId="6d23da6f-3f22-4cb8-bcf6-20be9f299982" providerId="ADAL" clId="{1FD6E253-DC20-4E51-B424-53C4A8EA3001}" dt="2026-09-29T15:38:04.983" v="1364" actId="20577"/>
          <ac:spMkLst>
            <pc:docMk/>
            <pc:sldMk cId="0" sldId="257"/>
            <ac:spMk id="30" creationId="{00000000-0000-0000-0000-000000000000}"/>
          </ac:spMkLst>
        </pc:spChg>
        <pc:spChg chg="mod">
          <ac:chgData name="Giel Cuijpers" userId="6d23da6f-3f22-4cb8-bcf6-20be9f299982" providerId="ADAL" clId="{1FD6E253-DC20-4E51-B424-53C4A8EA3001}" dt="2026-09-29T15:38:04.990" v="1365" actId="20577"/>
          <ac:spMkLst>
            <pc:docMk/>
            <pc:sldMk cId="0" sldId="257"/>
            <ac:spMk id="31" creationId="{00000000-0000-0000-0000-000000000000}"/>
          </ac:spMkLst>
        </pc:spChg>
        <pc:spChg chg="mod">
          <ac:chgData name="Giel Cuijpers" userId="6d23da6f-3f22-4cb8-bcf6-20be9f299982" providerId="ADAL" clId="{1FD6E253-DC20-4E51-B424-53C4A8EA3001}" dt="2026-09-29T14:58:07.699" v="16" actId="20577"/>
          <ac:spMkLst>
            <pc:docMk/>
            <pc:sldMk cId="0" sldId="257"/>
            <ac:spMk id="32" creationId="{00000000-0000-0000-0000-000000000000}"/>
          </ac:spMkLst>
        </pc:spChg>
        <pc:spChg chg="mod">
          <ac:chgData name="Giel Cuijpers" userId="6d23da6f-3f22-4cb8-bcf6-20be9f299982" providerId="ADAL" clId="{1FD6E253-DC20-4E51-B424-53C4A8EA3001}" dt="2026-09-29T14:58:07.836" v="17" actId="20577"/>
          <ac:spMkLst>
            <pc:docMk/>
            <pc:sldMk cId="0" sldId="257"/>
            <ac:spMk id="35" creationId="{00000000-0000-0000-0000-000000000000}"/>
          </ac:spMkLst>
        </pc:spChg>
        <pc:spChg chg="mod">
          <ac:chgData name="Giel Cuijpers" userId="6d23da6f-3f22-4cb8-bcf6-20be9f299982" providerId="ADAL" clId="{1FD6E253-DC20-4E51-B424-53C4A8EA3001}" dt="2026-09-29T15:38:04.997" v="1366" actId="20577"/>
          <ac:spMkLst>
            <pc:docMk/>
            <pc:sldMk cId="0" sldId="257"/>
            <ac:spMk id="39" creationId="{00000000-0000-0000-0000-000000000000}"/>
          </ac:spMkLst>
        </pc:spChg>
        <pc:spChg chg="mod">
          <ac:chgData name="Giel Cuijpers" userId="6d23da6f-3f22-4cb8-bcf6-20be9f299982" providerId="ADAL" clId="{1FD6E253-DC20-4E51-B424-53C4A8EA3001}" dt="2026-09-29T15:38:05.007" v="1367" actId="20577"/>
          <ac:spMkLst>
            <pc:docMk/>
            <pc:sldMk cId="0" sldId="257"/>
            <ac:spMk id="41" creationId="{00000000-0000-0000-0000-000000000000}"/>
          </ac:spMkLst>
        </pc:spChg>
        <pc:spChg chg="mod">
          <ac:chgData name="Giel Cuijpers" userId="6d23da6f-3f22-4cb8-bcf6-20be9f299982" providerId="ADAL" clId="{1FD6E253-DC20-4E51-B424-53C4A8EA3001}" dt="2026-09-29T15:39:56.671" v="1379" actId="20577"/>
          <ac:spMkLst>
            <pc:docMk/>
            <pc:sldMk cId="0" sldId="257"/>
            <ac:spMk id="42" creationId="{00000000-0000-0000-0000-000000000000}"/>
          </ac:spMkLst>
        </pc:spChg>
      </pc:sldChg>
      <pc:sldChg chg="modSp mod setBg">
        <pc:chgData name="Giel Cuijpers" userId="6d23da6f-3f22-4cb8-bcf6-20be9f299982" providerId="ADAL" clId="{1FD6E253-DC20-4E51-B424-53C4A8EA3001}" dt="2026-09-30T07:11:03.584" v="2743"/>
        <pc:sldMkLst>
          <pc:docMk/>
          <pc:sldMk cId="0" sldId="258"/>
        </pc:sldMkLst>
        <pc:spChg chg="mod">
          <ac:chgData name="Giel Cuijpers" userId="6d23da6f-3f22-4cb8-bcf6-20be9f299982" providerId="ADAL" clId="{1FD6E253-DC20-4E51-B424-53C4A8EA3001}" dt="2026-09-29T15:38:05.025" v="1369" actId="20577"/>
          <ac:spMkLst>
            <pc:docMk/>
            <pc:sldMk cId="0" sldId="258"/>
            <ac:spMk id="5" creationId="{00000000-0000-0000-0000-000000000000}"/>
          </ac:spMkLst>
        </pc:spChg>
        <pc:spChg chg="mod">
          <ac:chgData name="Giel Cuijpers" userId="6d23da6f-3f22-4cb8-bcf6-20be9f299982" providerId="ADAL" clId="{1FD6E253-DC20-4E51-B424-53C4A8EA3001}" dt="2026-09-29T14:58:08.383" v="22" actId="20577"/>
          <ac:spMkLst>
            <pc:docMk/>
            <pc:sldMk cId="0" sldId="258"/>
            <ac:spMk id="10" creationId="{00000000-0000-0000-0000-000000000000}"/>
          </ac:spMkLst>
        </pc:spChg>
        <pc:spChg chg="mod">
          <ac:chgData name="Giel Cuijpers" userId="6d23da6f-3f22-4cb8-bcf6-20be9f299982" providerId="ADAL" clId="{1FD6E253-DC20-4E51-B424-53C4A8EA3001}" dt="2026-09-29T15:38:05.032" v="1370" actId="20577"/>
          <ac:spMkLst>
            <pc:docMk/>
            <pc:sldMk cId="0" sldId="258"/>
            <ac:spMk id="14" creationId="{00000000-0000-0000-0000-000000000000}"/>
          </ac:spMkLst>
        </pc:spChg>
        <pc:spChg chg="mod">
          <ac:chgData name="Giel Cuijpers" userId="6d23da6f-3f22-4cb8-bcf6-20be9f299982" providerId="ADAL" clId="{1FD6E253-DC20-4E51-B424-53C4A8EA3001}" dt="2026-09-29T15:38:05.039" v="1371" actId="20577"/>
          <ac:spMkLst>
            <pc:docMk/>
            <pc:sldMk cId="0" sldId="258"/>
            <ac:spMk id="15" creationId="{00000000-0000-0000-0000-000000000000}"/>
          </ac:spMkLst>
        </pc:spChg>
        <pc:spChg chg="mod">
          <ac:chgData name="Giel Cuijpers" userId="6d23da6f-3f22-4cb8-bcf6-20be9f299982" providerId="ADAL" clId="{1FD6E253-DC20-4E51-B424-53C4A8EA3001}" dt="2026-09-29T15:38:05.046" v="1372" actId="20577"/>
          <ac:spMkLst>
            <pc:docMk/>
            <pc:sldMk cId="0" sldId="258"/>
            <ac:spMk id="16" creationId="{00000000-0000-0000-0000-000000000000}"/>
          </ac:spMkLst>
        </pc:spChg>
        <pc:spChg chg="mod">
          <ac:chgData name="Giel Cuijpers" userId="6d23da6f-3f22-4cb8-bcf6-20be9f299982" providerId="ADAL" clId="{1FD6E253-DC20-4E51-B424-53C4A8EA3001}" dt="2026-09-29T15:38:05.052" v="1373" actId="20577"/>
          <ac:spMkLst>
            <pc:docMk/>
            <pc:sldMk cId="0" sldId="258"/>
            <ac:spMk id="17" creationId="{00000000-0000-0000-0000-000000000000}"/>
          </ac:spMkLst>
        </pc:spChg>
        <pc:spChg chg="mod">
          <ac:chgData name="Giel Cuijpers" userId="6d23da6f-3f22-4cb8-bcf6-20be9f299982" providerId="ADAL" clId="{1FD6E253-DC20-4E51-B424-53C4A8EA3001}" dt="2026-09-29T15:38:05.060" v="1374" actId="20577"/>
          <ac:spMkLst>
            <pc:docMk/>
            <pc:sldMk cId="0" sldId="258"/>
            <ac:spMk id="21" creationId="{00000000-0000-0000-0000-000000000000}"/>
          </ac:spMkLst>
        </pc:spChg>
        <pc:spChg chg="mod">
          <ac:chgData name="Giel Cuijpers" userId="6d23da6f-3f22-4cb8-bcf6-20be9f299982" providerId="ADAL" clId="{1FD6E253-DC20-4E51-B424-53C4A8EA3001}" dt="2026-09-29T15:38:05.066" v="1375" actId="20577"/>
          <ac:spMkLst>
            <pc:docMk/>
            <pc:sldMk cId="0" sldId="258"/>
            <ac:spMk id="23" creationId="{00000000-0000-0000-0000-000000000000}"/>
          </ac:spMkLst>
        </pc:spChg>
        <pc:spChg chg="mod">
          <ac:chgData name="Giel Cuijpers" userId="6d23da6f-3f22-4cb8-bcf6-20be9f299982" providerId="ADAL" clId="{1FD6E253-DC20-4E51-B424-53C4A8EA3001}" dt="2026-09-29T14:58:08.496" v="24" actId="20577"/>
          <ac:spMkLst>
            <pc:docMk/>
            <pc:sldMk cId="0" sldId="258"/>
            <ac:spMk id="24" creationId="{00000000-0000-0000-0000-000000000000}"/>
          </ac:spMkLst>
        </pc:spChg>
        <pc:spChg chg="mod">
          <ac:chgData name="Giel Cuijpers" userId="6d23da6f-3f22-4cb8-bcf6-20be9f299982" providerId="ADAL" clId="{1FD6E253-DC20-4E51-B424-53C4A8EA3001}" dt="2026-09-29T14:58:08.580" v="25" actId="20577"/>
          <ac:spMkLst>
            <pc:docMk/>
            <pc:sldMk cId="0" sldId="258"/>
            <ac:spMk id="26" creationId="{00000000-0000-0000-0000-000000000000}"/>
          </ac:spMkLst>
        </pc:spChg>
        <pc:spChg chg="mod">
          <ac:chgData name="Giel Cuijpers" userId="6d23da6f-3f22-4cb8-bcf6-20be9f299982" providerId="ADAL" clId="{1FD6E253-DC20-4E51-B424-53C4A8EA3001}" dt="2026-09-29T14:58:08.659" v="26" actId="20577"/>
          <ac:spMkLst>
            <pc:docMk/>
            <pc:sldMk cId="0" sldId="258"/>
            <ac:spMk id="28" creationId="{00000000-0000-0000-0000-000000000000}"/>
          </ac:spMkLst>
        </pc:spChg>
        <pc:spChg chg="mod">
          <ac:chgData name="Giel Cuijpers" userId="6d23da6f-3f22-4cb8-bcf6-20be9f299982" providerId="ADAL" clId="{1FD6E253-DC20-4E51-B424-53C4A8EA3001}" dt="2026-09-29T14:58:08.740" v="27" actId="20577"/>
          <ac:spMkLst>
            <pc:docMk/>
            <pc:sldMk cId="0" sldId="258"/>
            <ac:spMk id="29" creationId="{00000000-0000-0000-0000-000000000000}"/>
          </ac:spMkLst>
        </pc:spChg>
        <pc:spChg chg="mod">
          <ac:chgData name="Giel Cuijpers" userId="6d23da6f-3f22-4cb8-bcf6-20be9f299982" providerId="ADAL" clId="{1FD6E253-DC20-4E51-B424-53C4A8EA3001}" dt="2026-09-29T14:58:08.834" v="28" actId="20577"/>
          <ac:spMkLst>
            <pc:docMk/>
            <pc:sldMk cId="0" sldId="258"/>
            <ac:spMk id="30" creationId="{00000000-0000-0000-0000-000000000000}"/>
          </ac:spMkLst>
        </pc:spChg>
        <pc:spChg chg="mod">
          <ac:chgData name="Giel Cuijpers" userId="6d23da6f-3f22-4cb8-bcf6-20be9f299982" providerId="ADAL" clId="{1FD6E253-DC20-4E51-B424-53C4A8EA3001}" dt="2026-09-29T15:38:05.077" v="1377" actId="20577"/>
          <ac:spMkLst>
            <pc:docMk/>
            <pc:sldMk cId="0" sldId="258"/>
            <ac:spMk id="32" creationId="{00000000-0000-0000-0000-000000000000}"/>
          </ac:spMkLst>
        </pc:spChg>
        <pc:spChg chg="mod">
          <ac:chgData name="Giel Cuijpers" userId="6d23da6f-3f22-4cb8-bcf6-20be9f299982" providerId="ADAL" clId="{1FD6E253-DC20-4E51-B424-53C4A8EA3001}" dt="2026-09-29T15:38:05.082" v="1378" actId="20577"/>
          <ac:spMkLst>
            <pc:docMk/>
            <pc:sldMk cId="0" sldId="258"/>
            <ac:spMk id="33" creationId="{00000000-0000-0000-0000-000000000000}"/>
          </ac:spMkLst>
        </pc:spChg>
      </pc:sldChg>
      <pc:sldChg chg="addSp modSp add mod setBg">
        <pc:chgData name="Giel Cuijpers" userId="6d23da6f-3f22-4cb8-bcf6-20be9f299982" providerId="ADAL" clId="{1FD6E253-DC20-4E51-B424-53C4A8EA3001}" dt="2026-09-30T07:11:03.584" v="2743"/>
        <pc:sldMkLst>
          <pc:docMk/>
          <pc:sldMk cId="1836440990" sldId="259"/>
        </pc:sldMkLst>
        <pc:spChg chg="add mod">
          <ac:chgData name="Giel Cuijpers" userId="6d23da6f-3f22-4cb8-bcf6-20be9f299982" providerId="ADAL" clId="{1FD6E253-DC20-4E51-B424-53C4A8EA3001}" dt="2026-09-29T15:05:12.841" v="39"/>
          <ac:spMkLst>
            <pc:docMk/>
            <pc:sldMk cId="1836440990" sldId="259"/>
            <ac:spMk id="2" creationId="{D96512F1-F2B8-BB69-4BF5-F57563D0FFD8}"/>
          </ac:spMkLst>
        </pc:spChg>
        <pc:spChg chg="add mod">
          <ac:chgData name="Giel Cuijpers" userId="6d23da6f-3f22-4cb8-bcf6-20be9f299982" providerId="ADAL" clId="{1FD6E253-DC20-4E51-B424-53C4A8EA3001}" dt="2026-09-29T15:05:12.886" v="43"/>
          <ac:spMkLst>
            <pc:docMk/>
            <pc:sldMk cId="1836440990" sldId="259"/>
            <ac:spMk id="3" creationId="{57DB0B2D-3379-8B82-BC62-6F5695067945}"/>
          </ac:spMkLst>
        </pc:spChg>
        <pc:spChg chg="add mod">
          <ac:chgData name="Giel Cuijpers" userId="6d23da6f-3f22-4cb8-bcf6-20be9f299982" providerId="ADAL" clId="{1FD6E253-DC20-4E51-B424-53C4A8EA3001}" dt="2026-09-29T15:05:13.119" v="56" actId="948"/>
          <ac:spMkLst>
            <pc:docMk/>
            <pc:sldMk cId="1836440990" sldId="259"/>
            <ac:spMk id="4" creationId="{3936BA72-318F-E996-8513-46CE3C0031D9}"/>
          </ac:spMkLst>
        </pc:spChg>
        <pc:spChg chg="add mod">
          <ac:chgData name="Giel Cuijpers" userId="6d23da6f-3f22-4cb8-bcf6-20be9f299982" providerId="ADAL" clId="{1FD6E253-DC20-4E51-B424-53C4A8EA3001}" dt="2026-09-29T15:05:13.152" v="69" actId="948"/>
          <ac:spMkLst>
            <pc:docMk/>
            <pc:sldMk cId="1836440990" sldId="259"/>
            <ac:spMk id="5" creationId="{041442DA-0BB1-5F26-701D-8FAF579881D6}"/>
          </ac:spMkLst>
        </pc:spChg>
        <pc:spChg chg="add mod">
          <ac:chgData name="Giel Cuijpers" userId="6d23da6f-3f22-4cb8-bcf6-20be9f299982" providerId="ADAL" clId="{1FD6E253-DC20-4E51-B424-53C4A8EA3001}" dt="2026-09-29T15:05:13.189" v="82" actId="948"/>
          <ac:spMkLst>
            <pc:docMk/>
            <pc:sldMk cId="1836440990" sldId="259"/>
            <ac:spMk id="6" creationId="{AE44CE01-7608-A58B-2D9D-0F7B2C6813C7}"/>
          </ac:spMkLst>
        </pc:spChg>
        <pc:spChg chg="add mod">
          <ac:chgData name="Giel Cuijpers" userId="6d23da6f-3f22-4cb8-bcf6-20be9f299982" providerId="ADAL" clId="{1FD6E253-DC20-4E51-B424-53C4A8EA3001}" dt="2026-09-29T15:05:13.227" v="95" actId="948"/>
          <ac:spMkLst>
            <pc:docMk/>
            <pc:sldMk cId="1836440990" sldId="259"/>
            <ac:spMk id="7" creationId="{8944C71F-575D-4631-0186-35F0D3AC42B1}"/>
          </ac:spMkLst>
        </pc:spChg>
        <pc:spChg chg="add mod">
          <ac:chgData name="Giel Cuijpers" userId="6d23da6f-3f22-4cb8-bcf6-20be9f299982" providerId="ADAL" clId="{1FD6E253-DC20-4E51-B424-53C4A8EA3001}" dt="2026-09-29T15:05:13.278" v="100" actId="1582"/>
          <ac:spMkLst>
            <pc:docMk/>
            <pc:sldMk cId="1836440990" sldId="259"/>
            <ac:spMk id="8" creationId="{CD2032FE-637C-7E6C-FD6D-EEF9832690AA}"/>
          </ac:spMkLst>
        </pc:spChg>
        <pc:spChg chg="add mod">
          <ac:chgData name="Giel Cuijpers" userId="6d23da6f-3f22-4cb8-bcf6-20be9f299982" providerId="ADAL" clId="{1FD6E253-DC20-4E51-B424-53C4A8EA3001}" dt="2026-09-29T15:05:13.303" v="104"/>
          <ac:spMkLst>
            <pc:docMk/>
            <pc:sldMk cId="1836440990" sldId="259"/>
            <ac:spMk id="9" creationId="{D43FDB0E-C6F9-A5FE-6A86-B18BC2673075}"/>
          </ac:spMkLst>
        </pc:spChg>
        <pc:spChg chg="add mod">
          <ac:chgData name="Giel Cuijpers" userId="6d23da6f-3f22-4cb8-bcf6-20be9f299982" providerId="ADAL" clId="{1FD6E253-DC20-4E51-B424-53C4A8EA3001}" dt="2026-09-29T15:05:13.334" v="117" actId="948"/>
          <ac:spMkLst>
            <pc:docMk/>
            <pc:sldMk cId="1836440990" sldId="259"/>
            <ac:spMk id="10" creationId="{FA0B9ACF-12E5-A8D5-2FBB-DE551CBB4A7C}"/>
          </ac:spMkLst>
        </pc:spChg>
        <pc:spChg chg="add mod">
          <ac:chgData name="Giel Cuijpers" userId="6d23da6f-3f22-4cb8-bcf6-20be9f299982" providerId="ADAL" clId="{1FD6E253-DC20-4E51-B424-53C4A8EA3001}" dt="2026-09-29T15:05:13.367" v="130" actId="948"/>
          <ac:spMkLst>
            <pc:docMk/>
            <pc:sldMk cId="1836440990" sldId="259"/>
            <ac:spMk id="11" creationId="{0ADA45C3-8303-3D33-323C-3E6C5198C303}"/>
          </ac:spMkLst>
        </pc:spChg>
        <pc:spChg chg="add mod">
          <ac:chgData name="Giel Cuijpers" userId="6d23da6f-3f22-4cb8-bcf6-20be9f299982" providerId="ADAL" clId="{1FD6E253-DC20-4E51-B424-53C4A8EA3001}" dt="2026-09-29T15:05:13.385" v="135" actId="1582"/>
          <ac:spMkLst>
            <pc:docMk/>
            <pc:sldMk cId="1836440990" sldId="259"/>
            <ac:spMk id="12" creationId="{2980A4F8-4AB2-FB3F-93F8-6EA1920B9E1F}"/>
          </ac:spMkLst>
        </pc:spChg>
        <pc:spChg chg="add mod">
          <ac:chgData name="Giel Cuijpers" userId="6d23da6f-3f22-4cb8-bcf6-20be9f299982" providerId="ADAL" clId="{1FD6E253-DC20-4E51-B424-53C4A8EA3001}" dt="2026-09-29T15:05:13.397" v="139"/>
          <ac:spMkLst>
            <pc:docMk/>
            <pc:sldMk cId="1836440990" sldId="259"/>
            <ac:spMk id="13" creationId="{94BB2ECF-CF27-D23F-4C83-01BE2B03A334}"/>
          </ac:spMkLst>
        </pc:spChg>
        <pc:spChg chg="add mod">
          <ac:chgData name="Giel Cuijpers" userId="6d23da6f-3f22-4cb8-bcf6-20be9f299982" providerId="ADAL" clId="{1FD6E253-DC20-4E51-B424-53C4A8EA3001}" dt="2026-09-29T15:05:13.426" v="152" actId="948"/>
          <ac:spMkLst>
            <pc:docMk/>
            <pc:sldMk cId="1836440990" sldId="259"/>
            <ac:spMk id="14" creationId="{0A08870C-8C60-8994-3EA4-84477D9BE94B}"/>
          </ac:spMkLst>
        </pc:spChg>
        <pc:spChg chg="add mod">
          <ac:chgData name="Giel Cuijpers" userId="6d23da6f-3f22-4cb8-bcf6-20be9f299982" providerId="ADAL" clId="{1FD6E253-DC20-4E51-B424-53C4A8EA3001}" dt="2026-09-29T15:05:13.458" v="165" actId="948"/>
          <ac:spMkLst>
            <pc:docMk/>
            <pc:sldMk cId="1836440990" sldId="259"/>
            <ac:spMk id="15" creationId="{4D73A6E0-3015-2E34-B3C2-70A5AFD5F8FD}"/>
          </ac:spMkLst>
        </pc:spChg>
        <pc:spChg chg="add mod">
          <ac:chgData name="Giel Cuijpers" userId="6d23da6f-3f22-4cb8-bcf6-20be9f299982" providerId="ADAL" clId="{1FD6E253-DC20-4E51-B424-53C4A8EA3001}" dt="2026-09-29T15:05:13.476" v="170" actId="1582"/>
          <ac:spMkLst>
            <pc:docMk/>
            <pc:sldMk cId="1836440990" sldId="259"/>
            <ac:spMk id="16" creationId="{FC96F19B-D4E3-D77E-0A73-3844D1DFF01D}"/>
          </ac:spMkLst>
        </pc:spChg>
        <pc:spChg chg="add mod">
          <ac:chgData name="Giel Cuijpers" userId="6d23da6f-3f22-4cb8-bcf6-20be9f299982" providerId="ADAL" clId="{1FD6E253-DC20-4E51-B424-53C4A8EA3001}" dt="2026-09-29T15:05:13.486" v="174"/>
          <ac:spMkLst>
            <pc:docMk/>
            <pc:sldMk cId="1836440990" sldId="259"/>
            <ac:spMk id="17" creationId="{CC99CF67-F50D-C24F-27AD-37C30B57F66D}"/>
          </ac:spMkLst>
        </pc:spChg>
        <pc:spChg chg="add mod">
          <ac:chgData name="Giel Cuijpers" userId="6d23da6f-3f22-4cb8-bcf6-20be9f299982" providerId="ADAL" clId="{1FD6E253-DC20-4E51-B424-53C4A8EA3001}" dt="2026-09-29T15:05:13.514" v="187" actId="948"/>
          <ac:spMkLst>
            <pc:docMk/>
            <pc:sldMk cId="1836440990" sldId="259"/>
            <ac:spMk id="18" creationId="{934F7C05-32D1-AE65-FCBC-B011A20A2F17}"/>
          </ac:spMkLst>
        </pc:spChg>
        <pc:spChg chg="add mod">
          <ac:chgData name="Giel Cuijpers" userId="6d23da6f-3f22-4cb8-bcf6-20be9f299982" providerId="ADAL" clId="{1FD6E253-DC20-4E51-B424-53C4A8EA3001}" dt="2026-09-29T15:05:13.546" v="200" actId="948"/>
          <ac:spMkLst>
            <pc:docMk/>
            <pc:sldMk cId="1836440990" sldId="259"/>
            <ac:spMk id="19" creationId="{D7D693CD-52E2-4FE8-E90F-3D93FA5826B6}"/>
          </ac:spMkLst>
        </pc:spChg>
        <pc:spChg chg="add mod">
          <ac:chgData name="Giel Cuijpers" userId="6d23da6f-3f22-4cb8-bcf6-20be9f299982" providerId="ADAL" clId="{1FD6E253-DC20-4E51-B424-53C4A8EA3001}" dt="2026-09-29T15:05:13.560" v="205" actId="1582"/>
          <ac:spMkLst>
            <pc:docMk/>
            <pc:sldMk cId="1836440990" sldId="259"/>
            <ac:spMk id="20" creationId="{794ED0EA-C03C-855B-0FFD-D85E14DDF9CA}"/>
          </ac:spMkLst>
        </pc:spChg>
        <pc:spChg chg="add mod">
          <ac:chgData name="Giel Cuijpers" userId="6d23da6f-3f22-4cb8-bcf6-20be9f299982" providerId="ADAL" clId="{1FD6E253-DC20-4E51-B424-53C4A8EA3001}" dt="2026-09-29T15:05:13.571" v="209"/>
          <ac:spMkLst>
            <pc:docMk/>
            <pc:sldMk cId="1836440990" sldId="259"/>
            <ac:spMk id="21" creationId="{172E9358-6B89-F015-2937-50DF7F808242}"/>
          </ac:spMkLst>
        </pc:spChg>
        <pc:spChg chg="add mod">
          <ac:chgData name="Giel Cuijpers" userId="6d23da6f-3f22-4cb8-bcf6-20be9f299982" providerId="ADAL" clId="{1FD6E253-DC20-4E51-B424-53C4A8EA3001}" dt="2026-09-29T15:05:13.598" v="222" actId="948"/>
          <ac:spMkLst>
            <pc:docMk/>
            <pc:sldMk cId="1836440990" sldId="259"/>
            <ac:spMk id="22" creationId="{35C7EBC5-0482-972A-DA72-EB7F315CAB9A}"/>
          </ac:spMkLst>
        </pc:spChg>
        <pc:spChg chg="add mod">
          <ac:chgData name="Giel Cuijpers" userId="6d23da6f-3f22-4cb8-bcf6-20be9f299982" providerId="ADAL" clId="{1FD6E253-DC20-4E51-B424-53C4A8EA3001}" dt="2026-09-29T15:05:13.626" v="235" actId="948"/>
          <ac:spMkLst>
            <pc:docMk/>
            <pc:sldMk cId="1836440990" sldId="259"/>
            <ac:spMk id="23" creationId="{5830B3EE-1033-06EA-43FE-B39C995A0326}"/>
          </ac:spMkLst>
        </pc:spChg>
        <pc:spChg chg="add mod">
          <ac:chgData name="Giel Cuijpers" userId="6d23da6f-3f22-4cb8-bcf6-20be9f299982" providerId="ADAL" clId="{1FD6E253-DC20-4E51-B424-53C4A8EA3001}" dt="2026-09-29T15:05:13.642" v="240" actId="1582"/>
          <ac:spMkLst>
            <pc:docMk/>
            <pc:sldMk cId="1836440990" sldId="259"/>
            <ac:spMk id="24" creationId="{5BFA10CA-4DC2-B9EE-E896-8D531FD5767D}"/>
          </ac:spMkLst>
        </pc:spChg>
        <pc:spChg chg="add mod">
          <ac:chgData name="Giel Cuijpers" userId="6d23da6f-3f22-4cb8-bcf6-20be9f299982" providerId="ADAL" clId="{1FD6E253-DC20-4E51-B424-53C4A8EA3001}" dt="2026-09-29T15:05:13.666" v="253" actId="948"/>
          <ac:spMkLst>
            <pc:docMk/>
            <pc:sldMk cId="1836440990" sldId="259"/>
            <ac:spMk id="25" creationId="{1A67C491-1DF0-8874-70CC-E646881B1FCD}"/>
          </ac:spMkLst>
        </pc:spChg>
        <pc:spChg chg="add mod">
          <ac:chgData name="Giel Cuijpers" userId="6d23da6f-3f22-4cb8-bcf6-20be9f299982" providerId="ADAL" clId="{1FD6E253-DC20-4E51-B424-53C4A8EA3001}" dt="2026-09-29T15:05:13.694" v="266" actId="948"/>
          <ac:spMkLst>
            <pc:docMk/>
            <pc:sldMk cId="1836440990" sldId="259"/>
            <ac:spMk id="26" creationId="{E6AEF898-4C27-065A-6E48-F5B288D094C0}"/>
          </ac:spMkLst>
        </pc:spChg>
        <pc:spChg chg="add mod">
          <ac:chgData name="Giel Cuijpers" userId="6d23da6f-3f22-4cb8-bcf6-20be9f299982" providerId="ADAL" clId="{1FD6E253-DC20-4E51-B424-53C4A8EA3001}" dt="2026-09-29T15:05:13.720" v="279" actId="948"/>
          <ac:spMkLst>
            <pc:docMk/>
            <pc:sldMk cId="1836440990" sldId="259"/>
            <ac:spMk id="27" creationId="{7024EF63-8177-4904-4E38-01B5AD9EC467}"/>
          </ac:spMkLst>
        </pc:spChg>
        <pc:spChg chg="add mod">
          <ac:chgData name="Giel Cuijpers" userId="6d23da6f-3f22-4cb8-bcf6-20be9f299982" providerId="ADAL" clId="{1FD6E253-DC20-4E51-B424-53C4A8EA3001}" dt="2026-09-29T15:05:13.735" v="284" actId="1582"/>
          <ac:spMkLst>
            <pc:docMk/>
            <pc:sldMk cId="1836440990" sldId="259"/>
            <ac:spMk id="28" creationId="{22754170-C07B-34E4-C88B-AE9A6EB63B29}"/>
          </ac:spMkLst>
        </pc:spChg>
        <pc:spChg chg="add mod">
          <ac:chgData name="Giel Cuijpers" userId="6d23da6f-3f22-4cb8-bcf6-20be9f299982" providerId="ADAL" clId="{1FD6E253-DC20-4E51-B424-53C4A8EA3001}" dt="2026-09-29T15:05:13.745" v="289" actId="1582"/>
          <ac:spMkLst>
            <pc:docMk/>
            <pc:sldMk cId="1836440990" sldId="259"/>
            <ac:spMk id="29" creationId="{3F1A5E47-89F0-C056-B0B3-3B95F6C9B3D4}"/>
          </ac:spMkLst>
        </pc:spChg>
        <pc:spChg chg="add mod">
          <ac:chgData name="Giel Cuijpers" userId="6d23da6f-3f22-4cb8-bcf6-20be9f299982" providerId="ADAL" clId="{1FD6E253-DC20-4E51-B424-53C4A8EA3001}" dt="2026-09-29T15:05:13.775" v="302" actId="948"/>
          <ac:spMkLst>
            <pc:docMk/>
            <pc:sldMk cId="1836440990" sldId="259"/>
            <ac:spMk id="30" creationId="{0508C360-83CE-F68C-07D0-1CF230BCDE15}"/>
          </ac:spMkLst>
        </pc:spChg>
        <pc:spChg chg="add mod">
          <ac:chgData name="Giel Cuijpers" userId="6d23da6f-3f22-4cb8-bcf6-20be9f299982" providerId="ADAL" clId="{1FD6E253-DC20-4E51-B424-53C4A8EA3001}" dt="2026-09-29T15:38:04.784" v="1335" actId="20577"/>
          <ac:spMkLst>
            <pc:docMk/>
            <pc:sldMk cId="1836440990" sldId="259"/>
            <ac:spMk id="31" creationId="{35A38CC7-A3AD-154C-A19F-0D0F588E60F8}"/>
          </ac:spMkLst>
        </pc:spChg>
        <pc:spChg chg="add mod">
          <ac:chgData name="Giel Cuijpers" userId="6d23da6f-3f22-4cb8-bcf6-20be9f299982" providerId="ADAL" clId="{1FD6E253-DC20-4E51-B424-53C4A8EA3001}" dt="2026-09-29T15:38:04.789" v="1336" actId="20577"/>
          <ac:spMkLst>
            <pc:docMk/>
            <pc:sldMk cId="1836440990" sldId="259"/>
            <ac:spMk id="32" creationId="{B82AC6FB-BECD-2561-54E2-4C8A246126B2}"/>
          </ac:spMkLst>
        </pc:spChg>
        <pc:spChg chg="add mod">
          <ac:chgData name="Giel Cuijpers" userId="6d23da6f-3f22-4cb8-bcf6-20be9f299982" providerId="ADAL" clId="{1FD6E253-DC20-4E51-B424-53C4A8EA3001}" dt="2026-09-29T15:05:13.851" v="341" actId="948"/>
          <ac:spMkLst>
            <pc:docMk/>
            <pc:sldMk cId="1836440990" sldId="259"/>
            <ac:spMk id="33" creationId="{8F36DD18-AC46-36C9-2581-1E5A9B0CF00C}"/>
          </ac:spMkLst>
        </pc:spChg>
        <pc:spChg chg="add mod">
          <ac:chgData name="Giel Cuijpers" userId="6d23da6f-3f22-4cb8-bcf6-20be9f299982" providerId="ADAL" clId="{1FD6E253-DC20-4E51-B424-53C4A8EA3001}" dt="2026-09-29T15:05:13.879" v="354" actId="948"/>
          <ac:spMkLst>
            <pc:docMk/>
            <pc:sldMk cId="1836440990" sldId="259"/>
            <ac:spMk id="34" creationId="{95CD9420-F1CF-7284-DC7A-81D13E0F7A82}"/>
          </ac:spMkLst>
        </pc:spChg>
        <pc:spChg chg="add mod">
          <ac:chgData name="Giel Cuijpers" userId="6d23da6f-3f22-4cb8-bcf6-20be9f299982" providerId="ADAL" clId="{1FD6E253-DC20-4E51-B424-53C4A8EA3001}" dt="2026-09-29T15:05:13.905" v="367" actId="948"/>
          <ac:spMkLst>
            <pc:docMk/>
            <pc:sldMk cId="1836440990" sldId="259"/>
            <ac:spMk id="35" creationId="{E4E674D4-009A-1DD6-DBD6-F6CCDBCFE2F8}"/>
          </ac:spMkLst>
        </pc:spChg>
        <pc:spChg chg="add mod">
          <ac:chgData name="Giel Cuijpers" userId="6d23da6f-3f22-4cb8-bcf6-20be9f299982" providerId="ADAL" clId="{1FD6E253-DC20-4E51-B424-53C4A8EA3001}" dt="2026-09-29T15:05:13.917" v="371"/>
          <ac:spMkLst>
            <pc:docMk/>
            <pc:sldMk cId="1836440990" sldId="259"/>
            <ac:spMk id="36" creationId="{F5C5996E-EACA-E613-98BF-AA4C75B50CA2}"/>
          </ac:spMkLst>
        </pc:spChg>
        <pc:spChg chg="add mod">
          <ac:chgData name="Giel Cuijpers" userId="6d23da6f-3f22-4cb8-bcf6-20be9f299982" providerId="ADAL" clId="{1FD6E253-DC20-4E51-B424-53C4A8EA3001}" dt="2026-09-29T15:38:04.795" v="1337" actId="20577"/>
          <ac:spMkLst>
            <pc:docMk/>
            <pc:sldMk cId="1836440990" sldId="259"/>
            <ac:spMk id="37" creationId="{71119339-B13E-CDCD-81AB-1590C9D728EA}"/>
          </ac:spMkLst>
        </pc:spChg>
        <pc:spChg chg="add mod">
          <ac:chgData name="Giel Cuijpers" userId="6d23da6f-3f22-4cb8-bcf6-20be9f299982" providerId="ADAL" clId="{1FD6E253-DC20-4E51-B424-53C4A8EA3001}" dt="2026-09-29T15:05:13.955" v="397" actId="948"/>
          <ac:spMkLst>
            <pc:docMk/>
            <pc:sldMk cId="1836440990" sldId="259"/>
            <ac:spMk id="38" creationId="{67E378C8-F771-672D-E4A3-5F99B391C03D}"/>
          </ac:spMkLst>
        </pc:spChg>
        <pc:spChg chg="add mod">
          <ac:chgData name="Giel Cuijpers" userId="6d23da6f-3f22-4cb8-bcf6-20be9f299982" providerId="ADAL" clId="{1FD6E253-DC20-4E51-B424-53C4A8EA3001}" dt="2026-09-29T15:05:13.982" v="410" actId="948"/>
          <ac:spMkLst>
            <pc:docMk/>
            <pc:sldMk cId="1836440990" sldId="259"/>
            <ac:spMk id="39" creationId="{C5617DAF-8734-65E1-F924-355D4D3E8376}"/>
          </ac:spMkLst>
        </pc:spChg>
        <pc:spChg chg="add mod">
          <ac:chgData name="Giel Cuijpers" userId="6d23da6f-3f22-4cb8-bcf6-20be9f299982" providerId="ADAL" clId="{1FD6E253-DC20-4E51-B424-53C4A8EA3001}" dt="2026-09-29T15:05:14.005" v="423" actId="948"/>
          <ac:spMkLst>
            <pc:docMk/>
            <pc:sldMk cId="1836440990" sldId="259"/>
            <ac:spMk id="40" creationId="{9A6FC364-7537-5FDE-ABC2-BA72F49A2E6C}"/>
          </ac:spMkLst>
        </pc:spChg>
        <pc:spChg chg="add mod">
          <ac:chgData name="Giel Cuijpers" userId="6d23da6f-3f22-4cb8-bcf6-20be9f299982" providerId="ADAL" clId="{1FD6E253-DC20-4E51-B424-53C4A8EA3001}" dt="2026-09-29T15:05:14.035" v="436" actId="948"/>
          <ac:spMkLst>
            <pc:docMk/>
            <pc:sldMk cId="1836440990" sldId="259"/>
            <ac:spMk id="41" creationId="{179B015C-EEE5-C6FC-4BE4-25E8712B56B8}"/>
          </ac:spMkLst>
        </pc:spChg>
        <pc:spChg chg="add mod">
          <ac:chgData name="Giel Cuijpers" userId="6d23da6f-3f22-4cb8-bcf6-20be9f299982" providerId="ADAL" clId="{1FD6E253-DC20-4E51-B424-53C4A8EA3001}" dt="2026-09-29T15:05:14.056" v="449" actId="948"/>
          <ac:spMkLst>
            <pc:docMk/>
            <pc:sldMk cId="1836440990" sldId="259"/>
            <ac:spMk id="42" creationId="{FF85EFD3-DBE8-D72A-56C1-69D5D5E14233}"/>
          </ac:spMkLst>
        </pc:spChg>
        <pc:spChg chg="add mod">
          <ac:chgData name="Giel Cuijpers" userId="6d23da6f-3f22-4cb8-bcf6-20be9f299982" providerId="ADAL" clId="{1FD6E253-DC20-4E51-B424-53C4A8EA3001}" dt="2026-09-29T15:05:14.078" v="462" actId="948"/>
          <ac:spMkLst>
            <pc:docMk/>
            <pc:sldMk cId="1836440990" sldId="259"/>
            <ac:spMk id="43" creationId="{28BB999F-12EB-F166-2CF7-ED9F06A7ED10}"/>
          </ac:spMkLst>
        </pc:spChg>
        <pc:spChg chg="add mod">
          <ac:chgData name="Giel Cuijpers" userId="6d23da6f-3f22-4cb8-bcf6-20be9f299982" providerId="ADAL" clId="{1FD6E253-DC20-4E51-B424-53C4A8EA3001}" dt="2026-09-29T15:05:14.087" v="466"/>
          <ac:spMkLst>
            <pc:docMk/>
            <pc:sldMk cId="1836440990" sldId="259"/>
            <ac:spMk id="44" creationId="{D5D652D3-6AF6-792A-92C1-34B2071850D5}"/>
          </ac:spMkLst>
        </pc:spChg>
        <pc:spChg chg="add mod">
          <ac:chgData name="Giel Cuijpers" userId="6d23da6f-3f22-4cb8-bcf6-20be9f299982" providerId="ADAL" clId="{1FD6E253-DC20-4E51-B424-53C4A8EA3001}" dt="2026-09-29T15:05:14.113" v="479" actId="948"/>
          <ac:spMkLst>
            <pc:docMk/>
            <pc:sldMk cId="1836440990" sldId="259"/>
            <ac:spMk id="45" creationId="{932156B1-2303-5293-4D84-7D9984523707}"/>
          </ac:spMkLst>
        </pc:spChg>
        <pc:spChg chg="add mod">
          <ac:chgData name="Giel Cuijpers" userId="6d23da6f-3f22-4cb8-bcf6-20be9f299982" providerId="ADAL" clId="{1FD6E253-DC20-4E51-B424-53C4A8EA3001}" dt="2026-09-29T15:05:14.126" v="484" actId="1582"/>
          <ac:spMkLst>
            <pc:docMk/>
            <pc:sldMk cId="1836440990" sldId="259"/>
            <ac:spMk id="46" creationId="{F61197C0-A5DB-DA33-A2AB-2FB182B83377}"/>
          </ac:spMkLst>
        </pc:spChg>
        <pc:spChg chg="add mod">
          <ac:chgData name="Giel Cuijpers" userId="6d23da6f-3f22-4cb8-bcf6-20be9f299982" providerId="ADAL" clId="{1FD6E253-DC20-4E51-B424-53C4A8EA3001}" dt="2026-09-29T15:38:04.802" v="1338" actId="20577"/>
          <ac:spMkLst>
            <pc:docMk/>
            <pc:sldMk cId="1836440990" sldId="259"/>
            <ac:spMk id="47" creationId="{ACBA8BE4-7415-4797-D0EC-2AFD66748837}"/>
          </ac:spMkLst>
        </pc:spChg>
        <pc:spChg chg="add mod">
          <ac:chgData name="Giel Cuijpers" userId="6d23da6f-3f22-4cb8-bcf6-20be9f299982" providerId="ADAL" clId="{1FD6E253-DC20-4E51-B424-53C4A8EA3001}" dt="2026-09-29T15:05:14.180" v="510" actId="948"/>
          <ac:spMkLst>
            <pc:docMk/>
            <pc:sldMk cId="1836440990" sldId="259"/>
            <ac:spMk id="48" creationId="{AC914CE4-7071-E273-05EF-5BA3C94A8CB7}"/>
          </ac:spMkLst>
        </pc:spChg>
      </pc:sldChg>
      <pc:sldChg chg="addSp modSp add mod setBg">
        <pc:chgData name="Giel Cuijpers" userId="6d23da6f-3f22-4cb8-bcf6-20be9f299982" providerId="ADAL" clId="{1FD6E253-DC20-4E51-B424-53C4A8EA3001}" dt="2026-09-30T07:11:03.584" v="2743"/>
        <pc:sldMkLst>
          <pc:docMk/>
          <pc:sldMk cId="2274495727" sldId="260"/>
        </pc:sldMkLst>
        <pc:spChg chg="add mod">
          <ac:chgData name="Giel Cuijpers" userId="6d23da6f-3f22-4cb8-bcf6-20be9f299982" providerId="ADAL" clId="{1FD6E253-DC20-4E51-B424-53C4A8EA3001}" dt="2026-09-29T15:05:14.201" v="517"/>
          <ac:spMkLst>
            <pc:docMk/>
            <pc:sldMk cId="2274495727" sldId="260"/>
            <ac:spMk id="2" creationId="{9CA5088B-6B04-77AB-9A57-A4CDE1E441C9}"/>
          </ac:spMkLst>
        </pc:spChg>
        <pc:spChg chg="add mod">
          <ac:chgData name="Giel Cuijpers" userId="6d23da6f-3f22-4cb8-bcf6-20be9f299982" providerId="ADAL" clId="{1FD6E253-DC20-4E51-B424-53C4A8EA3001}" dt="2026-09-29T15:05:14.209" v="521"/>
          <ac:spMkLst>
            <pc:docMk/>
            <pc:sldMk cId="2274495727" sldId="260"/>
            <ac:spMk id="3" creationId="{FAD14362-98B4-8AC3-4313-31EA074AB911}"/>
          </ac:spMkLst>
        </pc:spChg>
        <pc:spChg chg="add mod">
          <ac:chgData name="Giel Cuijpers" userId="6d23da6f-3f22-4cb8-bcf6-20be9f299982" providerId="ADAL" clId="{1FD6E253-DC20-4E51-B424-53C4A8EA3001}" dt="2026-09-29T15:05:14.232" v="534" actId="948"/>
          <ac:spMkLst>
            <pc:docMk/>
            <pc:sldMk cId="2274495727" sldId="260"/>
            <ac:spMk id="4" creationId="{8EC803D0-F57B-CC38-ACC3-0E2855F86CEC}"/>
          </ac:spMkLst>
        </pc:spChg>
        <pc:spChg chg="add mod">
          <ac:chgData name="Giel Cuijpers" userId="6d23da6f-3f22-4cb8-bcf6-20be9f299982" providerId="ADAL" clId="{1FD6E253-DC20-4E51-B424-53C4A8EA3001}" dt="2026-09-29T15:05:14.260" v="547" actId="948"/>
          <ac:spMkLst>
            <pc:docMk/>
            <pc:sldMk cId="2274495727" sldId="260"/>
            <ac:spMk id="5" creationId="{D7D263A3-33F5-CC32-74F6-7DFED00E25CE}"/>
          </ac:spMkLst>
        </pc:spChg>
        <pc:spChg chg="add mod">
          <ac:chgData name="Giel Cuijpers" userId="6d23da6f-3f22-4cb8-bcf6-20be9f299982" providerId="ADAL" clId="{1FD6E253-DC20-4E51-B424-53C4A8EA3001}" dt="2026-09-29T15:05:14.285" v="560" actId="948"/>
          <ac:spMkLst>
            <pc:docMk/>
            <pc:sldMk cId="2274495727" sldId="260"/>
            <ac:spMk id="6" creationId="{CC27C577-1BA9-3E5C-0552-E05A37D456D6}"/>
          </ac:spMkLst>
        </pc:spChg>
        <pc:spChg chg="add mod">
          <ac:chgData name="Giel Cuijpers" userId="6d23da6f-3f22-4cb8-bcf6-20be9f299982" providerId="ADAL" clId="{1FD6E253-DC20-4E51-B424-53C4A8EA3001}" dt="2026-09-29T15:38:04.809" v="1339" actId="20577"/>
          <ac:spMkLst>
            <pc:docMk/>
            <pc:sldMk cId="2274495727" sldId="260"/>
            <ac:spMk id="7" creationId="{B9C685CA-63EB-7655-DC85-D5E4F0B74105}"/>
          </ac:spMkLst>
        </pc:spChg>
        <pc:spChg chg="add mod">
          <ac:chgData name="Giel Cuijpers" userId="6d23da6f-3f22-4cb8-bcf6-20be9f299982" providerId="ADAL" clId="{1FD6E253-DC20-4E51-B424-53C4A8EA3001}" dt="2026-09-29T15:05:14.330" v="578" actId="1582"/>
          <ac:spMkLst>
            <pc:docMk/>
            <pc:sldMk cId="2274495727" sldId="260"/>
            <ac:spMk id="8" creationId="{460D99C8-4E4C-757B-7666-823B18E17811}"/>
          </ac:spMkLst>
        </pc:spChg>
        <pc:spChg chg="add mod">
          <ac:chgData name="Giel Cuijpers" userId="6d23da6f-3f22-4cb8-bcf6-20be9f299982" providerId="ADAL" clId="{1FD6E253-DC20-4E51-B424-53C4A8EA3001}" dt="2026-09-29T15:05:14.343" v="582"/>
          <ac:spMkLst>
            <pc:docMk/>
            <pc:sldMk cId="2274495727" sldId="260"/>
            <ac:spMk id="9" creationId="{E8820386-B4C5-C63B-DB26-4CF5B98B3D10}"/>
          </ac:spMkLst>
        </pc:spChg>
        <pc:spChg chg="add mod">
          <ac:chgData name="Giel Cuijpers" userId="6d23da6f-3f22-4cb8-bcf6-20be9f299982" providerId="ADAL" clId="{1FD6E253-DC20-4E51-B424-53C4A8EA3001}" dt="2026-09-29T15:05:14.376" v="595" actId="948"/>
          <ac:spMkLst>
            <pc:docMk/>
            <pc:sldMk cId="2274495727" sldId="260"/>
            <ac:spMk id="10" creationId="{E1DE51C6-F8AA-B753-8AC6-C1D2A009E174}"/>
          </ac:spMkLst>
        </pc:spChg>
        <pc:spChg chg="add mod">
          <ac:chgData name="Giel Cuijpers" userId="6d23da6f-3f22-4cb8-bcf6-20be9f299982" providerId="ADAL" clId="{1FD6E253-DC20-4E51-B424-53C4A8EA3001}" dt="2026-09-29T15:05:14.404" v="608" actId="948"/>
          <ac:spMkLst>
            <pc:docMk/>
            <pc:sldMk cId="2274495727" sldId="260"/>
            <ac:spMk id="11" creationId="{A52C1B33-F8FA-F637-5DD9-8F7FF700D0AC}"/>
          </ac:spMkLst>
        </pc:spChg>
        <pc:spChg chg="add mod">
          <ac:chgData name="Giel Cuijpers" userId="6d23da6f-3f22-4cb8-bcf6-20be9f299982" providerId="ADAL" clId="{1FD6E253-DC20-4E51-B424-53C4A8EA3001}" dt="2026-09-29T15:05:14.420" v="613" actId="1582"/>
          <ac:spMkLst>
            <pc:docMk/>
            <pc:sldMk cId="2274495727" sldId="260"/>
            <ac:spMk id="12" creationId="{7BDAC2C7-4501-ED60-707A-D9B27D0B48F2}"/>
          </ac:spMkLst>
        </pc:spChg>
        <pc:spChg chg="add mod">
          <ac:chgData name="Giel Cuijpers" userId="6d23da6f-3f22-4cb8-bcf6-20be9f299982" providerId="ADAL" clId="{1FD6E253-DC20-4E51-B424-53C4A8EA3001}" dt="2026-09-29T15:05:14.431" v="617"/>
          <ac:spMkLst>
            <pc:docMk/>
            <pc:sldMk cId="2274495727" sldId="260"/>
            <ac:spMk id="13" creationId="{2AF2E0D0-77B3-55AB-8E99-A5647E21D12B}"/>
          </ac:spMkLst>
        </pc:spChg>
        <pc:spChg chg="add mod">
          <ac:chgData name="Giel Cuijpers" userId="6d23da6f-3f22-4cb8-bcf6-20be9f299982" providerId="ADAL" clId="{1FD6E253-DC20-4E51-B424-53C4A8EA3001}" dt="2026-09-29T15:05:14.457" v="630" actId="948"/>
          <ac:spMkLst>
            <pc:docMk/>
            <pc:sldMk cId="2274495727" sldId="260"/>
            <ac:spMk id="14" creationId="{B9A8DA21-B9D4-99BF-A05D-82DDD839EA58}"/>
          </ac:spMkLst>
        </pc:spChg>
        <pc:spChg chg="add mod">
          <ac:chgData name="Giel Cuijpers" userId="6d23da6f-3f22-4cb8-bcf6-20be9f299982" providerId="ADAL" clId="{1FD6E253-DC20-4E51-B424-53C4A8EA3001}" dt="2026-09-29T15:05:14.487" v="643" actId="948"/>
          <ac:spMkLst>
            <pc:docMk/>
            <pc:sldMk cId="2274495727" sldId="260"/>
            <ac:spMk id="15" creationId="{0E8554FF-0881-B8C8-C857-1C9F3EA46038}"/>
          </ac:spMkLst>
        </pc:spChg>
        <pc:spChg chg="add mod">
          <ac:chgData name="Giel Cuijpers" userId="6d23da6f-3f22-4cb8-bcf6-20be9f299982" providerId="ADAL" clId="{1FD6E253-DC20-4E51-B424-53C4A8EA3001}" dt="2026-09-29T15:05:14.506" v="648" actId="1582"/>
          <ac:spMkLst>
            <pc:docMk/>
            <pc:sldMk cId="2274495727" sldId="260"/>
            <ac:spMk id="16" creationId="{3D5C5792-FC73-C1AB-0989-F1514F1E4B47}"/>
          </ac:spMkLst>
        </pc:spChg>
        <pc:spChg chg="add mod">
          <ac:chgData name="Giel Cuijpers" userId="6d23da6f-3f22-4cb8-bcf6-20be9f299982" providerId="ADAL" clId="{1FD6E253-DC20-4E51-B424-53C4A8EA3001}" dt="2026-09-29T15:05:14.518" v="652"/>
          <ac:spMkLst>
            <pc:docMk/>
            <pc:sldMk cId="2274495727" sldId="260"/>
            <ac:spMk id="17" creationId="{D2E53C19-EDD8-98DC-3F87-6670C6AA9634}"/>
          </ac:spMkLst>
        </pc:spChg>
        <pc:spChg chg="add mod">
          <ac:chgData name="Giel Cuijpers" userId="6d23da6f-3f22-4cb8-bcf6-20be9f299982" providerId="ADAL" clId="{1FD6E253-DC20-4E51-B424-53C4A8EA3001}" dt="2026-09-29T15:05:14.542" v="665" actId="948"/>
          <ac:spMkLst>
            <pc:docMk/>
            <pc:sldMk cId="2274495727" sldId="260"/>
            <ac:spMk id="18" creationId="{8BC42506-4143-69A9-0F83-E8F89999C426}"/>
          </ac:spMkLst>
        </pc:spChg>
        <pc:spChg chg="add mod">
          <ac:chgData name="Giel Cuijpers" userId="6d23da6f-3f22-4cb8-bcf6-20be9f299982" providerId="ADAL" clId="{1FD6E253-DC20-4E51-B424-53C4A8EA3001}" dt="2026-09-29T15:38:04.813" v="1340" actId="20577"/>
          <ac:spMkLst>
            <pc:docMk/>
            <pc:sldMk cId="2274495727" sldId="260"/>
            <ac:spMk id="19" creationId="{15B536F0-CC8B-F025-45BB-F3BB1027CDDD}"/>
          </ac:spMkLst>
        </pc:spChg>
        <pc:spChg chg="add mod">
          <ac:chgData name="Giel Cuijpers" userId="6d23da6f-3f22-4cb8-bcf6-20be9f299982" providerId="ADAL" clId="{1FD6E253-DC20-4E51-B424-53C4A8EA3001}" dt="2026-09-29T15:05:14.592" v="691" actId="948"/>
          <ac:spMkLst>
            <pc:docMk/>
            <pc:sldMk cId="2274495727" sldId="260"/>
            <ac:spMk id="20" creationId="{B8C1A5C7-BC36-6E0D-82C2-9275ABE8F624}"/>
          </ac:spMkLst>
        </pc:spChg>
        <pc:spChg chg="add mod">
          <ac:chgData name="Giel Cuijpers" userId="6d23da6f-3f22-4cb8-bcf6-20be9f299982" providerId="ADAL" clId="{1FD6E253-DC20-4E51-B424-53C4A8EA3001}" dt="2026-09-29T15:05:14.619" v="704" actId="948"/>
          <ac:spMkLst>
            <pc:docMk/>
            <pc:sldMk cId="2274495727" sldId="260"/>
            <ac:spMk id="21" creationId="{F89E8E50-6BF2-0E1C-0E58-35CBAE99B501}"/>
          </ac:spMkLst>
        </pc:spChg>
        <pc:spChg chg="add mod">
          <ac:chgData name="Giel Cuijpers" userId="6d23da6f-3f22-4cb8-bcf6-20be9f299982" providerId="ADAL" clId="{1FD6E253-DC20-4E51-B424-53C4A8EA3001}" dt="2026-09-29T15:05:14.633" v="709" actId="1582"/>
          <ac:spMkLst>
            <pc:docMk/>
            <pc:sldMk cId="2274495727" sldId="260"/>
            <ac:spMk id="22" creationId="{557E9FCB-4D98-7109-030A-99349C2EAD57}"/>
          </ac:spMkLst>
        </pc:spChg>
        <pc:spChg chg="add mod">
          <ac:chgData name="Giel Cuijpers" userId="6d23da6f-3f22-4cb8-bcf6-20be9f299982" providerId="ADAL" clId="{1FD6E253-DC20-4E51-B424-53C4A8EA3001}" dt="2026-09-29T15:05:14.642" v="714" actId="1582"/>
          <ac:spMkLst>
            <pc:docMk/>
            <pc:sldMk cId="2274495727" sldId="260"/>
            <ac:spMk id="23" creationId="{4C1CD9F1-A7F4-2DF3-808E-8BF2CE27D6EE}"/>
          </ac:spMkLst>
        </pc:spChg>
        <pc:spChg chg="add mod">
          <ac:chgData name="Giel Cuijpers" userId="6d23da6f-3f22-4cb8-bcf6-20be9f299982" providerId="ADAL" clId="{1FD6E253-DC20-4E51-B424-53C4A8EA3001}" dt="2026-09-29T15:05:14.664" v="727" actId="948"/>
          <ac:spMkLst>
            <pc:docMk/>
            <pc:sldMk cId="2274495727" sldId="260"/>
            <ac:spMk id="24" creationId="{BA7F0A2D-D557-4605-A1E8-A9D23FC3922A}"/>
          </ac:spMkLst>
        </pc:spChg>
        <pc:spChg chg="add mod">
          <ac:chgData name="Giel Cuijpers" userId="6d23da6f-3f22-4cb8-bcf6-20be9f299982" providerId="ADAL" clId="{1FD6E253-DC20-4E51-B424-53C4A8EA3001}" dt="2026-09-29T15:38:04.818" v="1341" actId="20577"/>
          <ac:spMkLst>
            <pc:docMk/>
            <pc:sldMk cId="2274495727" sldId="260"/>
            <ac:spMk id="25" creationId="{E4C050B0-67A7-F47A-3EFB-8A392C6FAE7B}"/>
          </ac:spMkLst>
        </pc:spChg>
        <pc:spChg chg="add mod">
          <ac:chgData name="Giel Cuijpers" userId="6d23da6f-3f22-4cb8-bcf6-20be9f299982" providerId="ADAL" clId="{1FD6E253-DC20-4E51-B424-53C4A8EA3001}" dt="2026-09-29T15:38:04.823" v="1342" actId="20577"/>
          <ac:spMkLst>
            <pc:docMk/>
            <pc:sldMk cId="2274495727" sldId="260"/>
            <ac:spMk id="26" creationId="{5CD5B97F-44A2-CBD6-A002-B11628C874B4}"/>
          </ac:spMkLst>
        </pc:spChg>
        <pc:spChg chg="add mod">
          <ac:chgData name="Giel Cuijpers" userId="6d23da6f-3f22-4cb8-bcf6-20be9f299982" providerId="ADAL" clId="{1FD6E253-DC20-4E51-B424-53C4A8EA3001}" dt="2026-09-29T15:05:14.753" v="766" actId="948"/>
          <ac:spMkLst>
            <pc:docMk/>
            <pc:sldMk cId="2274495727" sldId="260"/>
            <ac:spMk id="27" creationId="{707C391A-3C8D-B576-B4B6-33377340D6CF}"/>
          </ac:spMkLst>
        </pc:spChg>
        <pc:spChg chg="add mod">
          <ac:chgData name="Giel Cuijpers" userId="6d23da6f-3f22-4cb8-bcf6-20be9f299982" providerId="ADAL" clId="{1FD6E253-DC20-4E51-B424-53C4A8EA3001}" dt="2026-09-29T15:05:14.966" v="779" actId="948"/>
          <ac:spMkLst>
            <pc:docMk/>
            <pc:sldMk cId="2274495727" sldId="260"/>
            <ac:spMk id="28" creationId="{B860B507-7DF9-11D5-0ADE-A11FCBEAA4B5}"/>
          </ac:spMkLst>
        </pc:spChg>
        <pc:spChg chg="add mod">
          <ac:chgData name="Giel Cuijpers" userId="6d23da6f-3f22-4cb8-bcf6-20be9f299982" providerId="ADAL" clId="{1FD6E253-DC20-4E51-B424-53C4A8EA3001}" dt="2026-09-29T15:05:15.010" v="792" actId="948"/>
          <ac:spMkLst>
            <pc:docMk/>
            <pc:sldMk cId="2274495727" sldId="260"/>
            <ac:spMk id="29" creationId="{DCE2D67E-4893-2D3B-CA79-0FD583F5636D}"/>
          </ac:spMkLst>
        </pc:spChg>
        <pc:spChg chg="add mod">
          <ac:chgData name="Giel Cuijpers" userId="6d23da6f-3f22-4cb8-bcf6-20be9f299982" providerId="ADAL" clId="{1FD6E253-DC20-4E51-B424-53C4A8EA3001}" dt="2026-09-29T15:05:15.030" v="796"/>
          <ac:spMkLst>
            <pc:docMk/>
            <pc:sldMk cId="2274495727" sldId="260"/>
            <ac:spMk id="30" creationId="{18870D6F-01F3-8516-5DF9-AB9903917DDF}"/>
          </ac:spMkLst>
        </pc:spChg>
        <pc:spChg chg="add mod">
          <ac:chgData name="Giel Cuijpers" userId="6d23da6f-3f22-4cb8-bcf6-20be9f299982" providerId="ADAL" clId="{1FD6E253-DC20-4E51-B424-53C4A8EA3001}" dt="2026-09-29T15:38:04.829" v="1343" actId="20577"/>
          <ac:spMkLst>
            <pc:docMk/>
            <pc:sldMk cId="2274495727" sldId="260"/>
            <ac:spMk id="31" creationId="{EF0E42C1-6221-8C8B-E8A0-26D8DBC1F7EE}"/>
          </ac:spMkLst>
        </pc:spChg>
        <pc:spChg chg="add mod">
          <ac:chgData name="Giel Cuijpers" userId="6d23da6f-3f22-4cb8-bcf6-20be9f299982" providerId="ADAL" clId="{1FD6E253-DC20-4E51-B424-53C4A8EA3001}" dt="2026-09-29T15:05:15.100" v="822" actId="948"/>
          <ac:spMkLst>
            <pc:docMk/>
            <pc:sldMk cId="2274495727" sldId="260"/>
            <ac:spMk id="32" creationId="{78E6C148-4868-0F69-DFFD-809465B8981B}"/>
          </ac:spMkLst>
        </pc:spChg>
        <pc:spChg chg="add mod">
          <ac:chgData name="Giel Cuijpers" userId="6d23da6f-3f22-4cb8-bcf6-20be9f299982" providerId="ADAL" clId="{1FD6E253-DC20-4E51-B424-53C4A8EA3001}" dt="2026-09-29T15:05:15.125" v="835" actId="948"/>
          <ac:spMkLst>
            <pc:docMk/>
            <pc:sldMk cId="2274495727" sldId="260"/>
            <ac:spMk id="33" creationId="{EFE48735-7D30-48C0-12E0-640258848ACA}"/>
          </ac:spMkLst>
        </pc:spChg>
        <pc:spChg chg="add mod">
          <ac:chgData name="Giel Cuijpers" userId="6d23da6f-3f22-4cb8-bcf6-20be9f299982" providerId="ADAL" clId="{1FD6E253-DC20-4E51-B424-53C4A8EA3001}" dt="2026-09-29T15:05:15.153" v="848" actId="948"/>
          <ac:spMkLst>
            <pc:docMk/>
            <pc:sldMk cId="2274495727" sldId="260"/>
            <ac:spMk id="34" creationId="{4E7AB76E-A0C2-08B6-DF64-4C03843B26F4}"/>
          </ac:spMkLst>
        </pc:spChg>
        <pc:spChg chg="add mod">
          <ac:chgData name="Giel Cuijpers" userId="6d23da6f-3f22-4cb8-bcf6-20be9f299982" providerId="ADAL" clId="{1FD6E253-DC20-4E51-B424-53C4A8EA3001}" dt="2026-09-29T15:05:15.179" v="861" actId="948"/>
          <ac:spMkLst>
            <pc:docMk/>
            <pc:sldMk cId="2274495727" sldId="260"/>
            <ac:spMk id="35" creationId="{BCAD3F3B-842C-E70E-F158-45D44058D00E}"/>
          </ac:spMkLst>
        </pc:spChg>
        <pc:spChg chg="add mod">
          <ac:chgData name="Giel Cuijpers" userId="6d23da6f-3f22-4cb8-bcf6-20be9f299982" providerId="ADAL" clId="{1FD6E253-DC20-4E51-B424-53C4A8EA3001}" dt="2026-09-29T15:05:15.212" v="874" actId="948"/>
          <ac:spMkLst>
            <pc:docMk/>
            <pc:sldMk cId="2274495727" sldId="260"/>
            <ac:spMk id="36" creationId="{6FB08B37-4A61-7D1A-6318-4C290B5BDF3F}"/>
          </ac:spMkLst>
        </pc:spChg>
        <pc:spChg chg="add mod">
          <ac:chgData name="Giel Cuijpers" userId="6d23da6f-3f22-4cb8-bcf6-20be9f299982" providerId="ADAL" clId="{1FD6E253-DC20-4E51-B424-53C4A8EA3001}" dt="2026-09-29T15:05:15.239" v="887" actId="948"/>
          <ac:spMkLst>
            <pc:docMk/>
            <pc:sldMk cId="2274495727" sldId="260"/>
            <ac:spMk id="37" creationId="{437B7C44-5C63-881D-51BC-9045F409ECD2}"/>
          </ac:spMkLst>
        </pc:spChg>
        <pc:spChg chg="add mod">
          <ac:chgData name="Giel Cuijpers" userId="6d23da6f-3f22-4cb8-bcf6-20be9f299982" providerId="ADAL" clId="{1FD6E253-DC20-4E51-B424-53C4A8EA3001}" dt="2026-09-29T15:05:15.266" v="900" actId="948"/>
          <ac:spMkLst>
            <pc:docMk/>
            <pc:sldMk cId="2274495727" sldId="260"/>
            <ac:spMk id="38" creationId="{FC9AC5D0-7FAF-9769-E990-99C15131C420}"/>
          </ac:spMkLst>
        </pc:spChg>
        <pc:spChg chg="add mod">
          <ac:chgData name="Giel Cuijpers" userId="6d23da6f-3f22-4cb8-bcf6-20be9f299982" providerId="ADAL" clId="{1FD6E253-DC20-4E51-B424-53C4A8EA3001}" dt="2026-09-29T15:05:15.294" v="913" actId="948"/>
          <ac:spMkLst>
            <pc:docMk/>
            <pc:sldMk cId="2274495727" sldId="260"/>
            <ac:spMk id="39" creationId="{EB851EE6-D4A7-8923-0687-166286270A6C}"/>
          </ac:spMkLst>
        </pc:spChg>
        <pc:spChg chg="add mod">
          <ac:chgData name="Giel Cuijpers" userId="6d23da6f-3f22-4cb8-bcf6-20be9f299982" providerId="ADAL" clId="{1FD6E253-DC20-4E51-B424-53C4A8EA3001}" dt="2026-09-29T15:05:15.318" v="926" actId="948"/>
          <ac:spMkLst>
            <pc:docMk/>
            <pc:sldMk cId="2274495727" sldId="260"/>
            <ac:spMk id="40" creationId="{866402F6-F8DC-02ED-9188-FB59022E4562}"/>
          </ac:spMkLst>
        </pc:spChg>
        <pc:spChg chg="add mod">
          <ac:chgData name="Giel Cuijpers" userId="6d23da6f-3f22-4cb8-bcf6-20be9f299982" providerId="ADAL" clId="{1FD6E253-DC20-4E51-B424-53C4A8EA3001}" dt="2026-09-29T15:05:15.328" v="930"/>
          <ac:spMkLst>
            <pc:docMk/>
            <pc:sldMk cId="2274495727" sldId="260"/>
            <ac:spMk id="41" creationId="{B0CDAD83-84D9-65F5-F2DD-E19C86841707}"/>
          </ac:spMkLst>
        </pc:spChg>
        <pc:spChg chg="add mod">
          <ac:chgData name="Giel Cuijpers" userId="6d23da6f-3f22-4cb8-bcf6-20be9f299982" providerId="ADAL" clId="{1FD6E253-DC20-4E51-B424-53C4A8EA3001}" dt="2026-09-29T15:05:15.358" v="943" actId="948"/>
          <ac:spMkLst>
            <pc:docMk/>
            <pc:sldMk cId="2274495727" sldId="260"/>
            <ac:spMk id="42" creationId="{51714263-770F-4458-E8CB-6168927C7CC3}"/>
          </ac:spMkLst>
        </pc:spChg>
        <pc:spChg chg="add mod">
          <ac:chgData name="Giel Cuijpers" userId="6d23da6f-3f22-4cb8-bcf6-20be9f299982" providerId="ADAL" clId="{1FD6E253-DC20-4E51-B424-53C4A8EA3001}" dt="2026-09-29T15:05:15.376" v="948" actId="1582"/>
          <ac:spMkLst>
            <pc:docMk/>
            <pc:sldMk cId="2274495727" sldId="260"/>
            <ac:spMk id="43" creationId="{36C16770-E319-8666-CA5F-9F10BD35979A}"/>
          </ac:spMkLst>
        </pc:spChg>
        <pc:spChg chg="add mod">
          <ac:chgData name="Giel Cuijpers" userId="6d23da6f-3f22-4cb8-bcf6-20be9f299982" providerId="ADAL" clId="{1FD6E253-DC20-4E51-B424-53C4A8EA3001}" dt="2026-09-29T15:38:04.837" v="1344" actId="20577"/>
          <ac:spMkLst>
            <pc:docMk/>
            <pc:sldMk cId="2274495727" sldId="260"/>
            <ac:spMk id="44" creationId="{5AE4F9B0-99CE-29AF-071D-EF3684F6F747}"/>
          </ac:spMkLst>
        </pc:spChg>
        <pc:spChg chg="add mod">
          <ac:chgData name="Giel Cuijpers" userId="6d23da6f-3f22-4cb8-bcf6-20be9f299982" providerId="ADAL" clId="{1FD6E253-DC20-4E51-B424-53C4A8EA3001}" dt="2026-09-29T15:05:15.435" v="974" actId="948"/>
          <ac:spMkLst>
            <pc:docMk/>
            <pc:sldMk cId="2274495727" sldId="260"/>
            <ac:spMk id="45" creationId="{8030E3BA-B373-30CE-BCFF-84D305E84CA9}"/>
          </ac:spMkLst>
        </pc:spChg>
      </pc:sldChg>
      <pc:sldChg chg="addSp modSp add mod setBg">
        <pc:chgData name="Giel Cuijpers" userId="6d23da6f-3f22-4cb8-bcf6-20be9f299982" providerId="ADAL" clId="{1FD6E253-DC20-4E51-B424-53C4A8EA3001}" dt="2026-09-30T07:11:03.584" v="2743"/>
        <pc:sldMkLst>
          <pc:docMk/>
          <pc:sldMk cId="4288227719" sldId="261"/>
        </pc:sldMkLst>
        <pc:spChg chg="add mod">
          <ac:chgData name="Giel Cuijpers" userId="6d23da6f-3f22-4cb8-bcf6-20be9f299982" providerId="ADAL" clId="{1FD6E253-DC20-4E51-B424-53C4A8EA3001}" dt="2026-09-29T15:14:09.432" v="982"/>
          <ac:spMkLst>
            <pc:docMk/>
            <pc:sldMk cId="4288227719" sldId="261"/>
            <ac:spMk id="2" creationId="{581AF2A0-C1E5-ABBC-4B93-9588E0FE5BED}"/>
          </ac:spMkLst>
        </pc:spChg>
        <pc:spChg chg="add mod">
          <ac:chgData name="Giel Cuijpers" userId="6d23da6f-3f22-4cb8-bcf6-20be9f299982" providerId="ADAL" clId="{1FD6E253-DC20-4E51-B424-53C4A8EA3001}" dt="2026-09-29T15:14:09.449" v="986"/>
          <ac:spMkLst>
            <pc:docMk/>
            <pc:sldMk cId="4288227719" sldId="261"/>
            <ac:spMk id="3" creationId="{EEF6FE8A-96AE-BFF6-32AC-5BD0DE9A55CB}"/>
          </ac:spMkLst>
        </pc:spChg>
        <pc:spChg chg="add mod">
          <ac:chgData name="Giel Cuijpers" userId="6d23da6f-3f22-4cb8-bcf6-20be9f299982" providerId="ADAL" clId="{1FD6E253-DC20-4E51-B424-53C4A8EA3001}" dt="2026-09-29T15:14:09.688" v="999" actId="948"/>
          <ac:spMkLst>
            <pc:docMk/>
            <pc:sldMk cId="4288227719" sldId="261"/>
            <ac:spMk id="4" creationId="{89A5864B-39DD-DAF4-6658-E291491B3E7C}"/>
          </ac:spMkLst>
        </pc:spChg>
        <pc:spChg chg="add mod">
          <ac:chgData name="Giel Cuijpers" userId="6d23da6f-3f22-4cb8-bcf6-20be9f299982" providerId="ADAL" clId="{1FD6E253-DC20-4E51-B424-53C4A8EA3001}" dt="2026-09-29T15:14:09.718" v="1012" actId="948"/>
          <ac:spMkLst>
            <pc:docMk/>
            <pc:sldMk cId="4288227719" sldId="261"/>
            <ac:spMk id="5" creationId="{CD48E177-3829-C57A-867C-845D19EDCB29}"/>
          </ac:spMkLst>
        </pc:spChg>
        <pc:spChg chg="add mod">
          <ac:chgData name="Giel Cuijpers" userId="6d23da6f-3f22-4cb8-bcf6-20be9f299982" providerId="ADAL" clId="{1FD6E253-DC20-4E51-B424-53C4A8EA3001}" dt="2026-09-29T15:14:09.743" v="1025" actId="948"/>
          <ac:spMkLst>
            <pc:docMk/>
            <pc:sldMk cId="4288227719" sldId="261"/>
            <ac:spMk id="6" creationId="{615B20F5-CBC9-1BDD-D2EE-1B74EEE6091E}"/>
          </ac:spMkLst>
        </pc:spChg>
        <pc:spChg chg="add mod">
          <ac:chgData name="Giel Cuijpers" userId="6d23da6f-3f22-4cb8-bcf6-20be9f299982" providerId="ADAL" clId="{1FD6E253-DC20-4E51-B424-53C4A8EA3001}" dt="2026-09-29T15:14:09.769" v="1030" actId="1582"/>
          <ac:spMkLst>
            <pc:docMk/>
            <pc:sldMk cId="4288227719" sldId="261"/>
            <ac:spMk id="7" creationId="{07C2C0A5-898F-F804-C874-D12E14104176}"/>
          </ac:spMkLst>
        </pc:spChg>
        <pc:spChg chg="add mod">
          <ac:chgData name="Giel Cuijpers" userId="6d23da6f-3f22-4cb8-bcf6-20be9f299982" providerId="ADAL" clId="{1FD6E253-DC20-4E51-B424-53C4A8EA3001}" dt="2026-09-29T15:14:09.784" v="1034"/>
          <ac:spMkLst>
            <pc:docMk/>
            <pc:sldMk cId="4288227719" sldId="261"/>
            <ac:spMk id="8" creationId="{9ECD73F1-5A13-100E-ACA4-66D5C559EFE9}"/>
          </ac:spMkLst>
        </pc:spChg>
        <pc:spChg chg="add mod">
          <ac:chgData name="Giel Cuijpers" userId="6d23da6f-3f22-4cb8-bcf6-20be9f299982" providerId="ADAL" clId="{1FD6E253-DC20-4E51-B424-53C4A8EA3001}" dt="2026-09-29T15:14:09.805" v="1047" actId="948"/>
          <ac:spMkLst>
            <pc:docMk/>
            <pc:sldMk cId="4288227719" sldId="261"/>
            <ac:spMk id="9" creationId="{19078628-8433-F129-C229-D3B244E1DD1E}"/>
          </ac:spMkLst>
        </pc:spChg>
        <pc:spChg chg="add mod">
          <ac:chgData name="Giel Cuijpers" userId="6d23da6f-3f22-4cb8-bcf6-20be9f299982" providerId="ADAL" clId="{1FD6E253-DC20-4E51-B424-53C4A8EA3001}" dt="2026-09-29T15:14:09.830" v="1060" actId="948"/>
          <ac:spMkLst>
            <pc:docMk/>
            <pc:sldMk cId="4288227719" sldId="261"/>
            <ac:spMk id="10" creationId="{F0E5F78F-4D73-8508-D872-79EF5775A99F}"/>
          </ac:spMkLst>
        </pc:spChg>
        <pc:spChg chg="add mod">
          <ac:chgData name="Giel Cuijpers" userId="6d23da6f-3f22-4cb8-bcf6-20be9f299982" providerId="ADAL" clId="{1FD6E253-DC20-4E51-B424-53C4A8EA3001}" dt="2026-09-29T15:14:09.859" v="1073" actId="948"/>
          <ac:spMkLst>
            <pc:docMk/>
            <pc:sldMk cId="4288227719" sldId="261"/>
            <ac:spMk id="11" creationId="{30694B59-1D9D-ED21-5FBA-DC0A05A35C7B}"/>
          </ac:spMkLst>
        </pc:spChg>
        <pc:spChg chg="add mod">
          <ac:chgData name="Giel Cuijpers" userId="6d23da6f-3f22-4cb8-bcf6-20be9f299982" providerId="ADAL" clId="{1FD6E253-DC20-4E51-B424-53C4A8EA3001}" dt="2026-09-29T15:14:09.875" v="1078" actId="1582"/>
          <ac:spMkLst>
            <pc:docMk/>
            <pc:sldMk cId="4288227719" sldId="261"/>
            <ac:spMk id="12" creationId="{23B76E2C-5D56-3491-89D6-06E94B43BD4C}"/>
          </ac:spMkLst>
        </pc:spChg>
        <pc:spChg chg="add mod">
          <ac:chgData name="Giel Cuijpers" userId="6d23da6f-3f22-4cb8-bcf6-20be9f299982" providerId="ADAL" clId="{1FD6E253-DC20-4E51-B424-53C4A8EA3001}" dt="2026-09-29T15:14:09.885" v="1082"/>
          <ac:spMkLst>
            <pc:docMk/>
            <pc:sldMk cId="4288227719" sldId="261"/>
            <ac:spMk id="13" creationId="{1C1EB872-1430-9A6B-3494-6A2AC1B0628B}"/>
          </ac:spMkLst>
        </pc:spChg>
        <pc:spChg chg="add mod">
          <ac:chgData name="Giel Cuijpers" userId="6d23da6f-3f22-4cb8-bcf6-20be9f299982" providerId="ADAL" clId="{1FD6E253-DC20-4E51-B424-53C4A8EA3001}" dt="2026-09-29T15:14:09.919" v="1095" actId="948"/>
          <ac:spMkLst>
            <pc:docMk/>
            <pc:sldMk cId="4288227719" sldId="261"/>
            <ac:spMk id="14" creationId="{BC9E879E-F709-3DE0-E8A6-6E4C64FFE963}"/>
          </ac:spMkLst>
        </pc:spChg>
        <pc:spChg chg="add mod">
          <ac:chgData name="Giel Cuijpers" userId="6d23da6f-3f22-4cb8-bcf6-20be9f299982" providerId="ADAL" clId="{1FD6E253-DC20-4E51-B424-53C4A8EA3001}" dt="2026-09-29T15:14:09.951" v="1108" actId="948"/>
          <ac:spMkLst>
            <pc:docMk/>
            <pc:sldMk cId="4288227719" sldId="261"/>
            <ac:spMk id="15" creationId="{A8E29380-E4B7-29DC-1BED-D70DC5501873}"/>
          </ac:spMkLst>
        </pc:spChg>
        <pc:spChg chg="add mod">
          <ac:chgData name="Giel Cuijpers" userId="6d23da6f-3f22-4cb8-bcf6-20be9f299982" providerId="ADAL" clId="{1FD6E253-DC20-4E51-B424-53C4A8EA3001}" dt="2026-09-29T15:14:09.985" v="1121" actId="948"/>
          <ac:spMkLst>
            <pc:docMk/>
            <pc:sldMk cId="4288227719" sldId="261"/>
            <ac:spMk id="16" creationId="{1E1F64E8-A649-3ECD-61C4-D0AFFF34A06A}"/>
          </ac:spMkLst>
        </pc:spChg>
        <pc:spChg chg="add mod">
          <ac:chgData name="Giel Cuijpers" userId="6d23da6f-3f22-4cb8-bcf6-20be9f299982" providerId="ADAL" clId="{1FD6E253-DC20-4E51-B424-53C4A8EA3001}" dt="2026-09-29T15:14:10.003" v="1126" actId="1582"/>
          <ac:spMkLst>
            <pc:docMk/>
            <pc:sldMk cId="4288227719" sldId="261"/>
            <ac:spMk id="17" creationId="{DD8A11BB-9F9C-13A3-4A7C-E99136218940}"/>
          </ac:spMkLst>
        </pc:spChg>
        <pc:spChg chg="add mod">
          <ac:chgData name="Giel Cuijpers" userId="6d23da6f-3f22-4cb8-bcf6-20be9f299982" providerId="ADAL" clId="{1FD6E253-DC20-4E51-B424-53C4A8EA3001}" dt="2026-09-29T15:14:10.011" v="1130"/>
          <ac:spMkLst>
            <pc:docMk/>
            <pc:sldMk cId="4288227719" sldId="261"/>
            <ac:spMk id="18" creationId="{7A2D81A2-3575-7D9C-C761-B79F0C376E01}"/>
          </ac:spMkLst>
        </pc:spChg>
        <pc:spChg chg="add mod">
          <ac:chgData name="Giel Cuijpers" userId="6d23da6f-3f22-4cb8-bcf6-20be9f299982" providerId="ADAL" clId="{1FD6E253-DC20-4E51-B424-53C4A8EA3001}" dt="2026-09-29T15:14:10.036" v="1143" actId="948"/>
          <ac:spMkLst>
            <pc:docMk/>
            <pc:sldMk cId="4288227719" sldId="261"/>
            <ac:spMk id="19" creationId="{CE30D579-B2E2-51B7-E090-8A5F24FCED49}"/>
          </ac:spMkLst>
        </pc:spChg>
        <pc:spChg chg="add mod">
          <ac:chgData name="Giel Cuijpers" userId="6d23da6f-3f22-4cb8-bcf6-20be9f299982" providerId="ADAL" clId="{1FD6E253-DC20-4E51-B424-53C4A8EA3001}" dt="2026-09-29T15:38:04.734" v="1329" actId="20577"/>
          <ac:spMkLst>
            <pc:docMk/>
            <pc:sldMk cId="4288227719" sldId="261"/>
            <ac:spMk id="20" creationId="{B9CBE620-A4B5-B3E0-5E07-64FCD9D3D2F1}"/>
          </ac:spMkLst>
        </pc:spChg>
        <pc:spChg chg="add mod">
          <ac:chgData name="Giel Cuijpers" userId="6d23da6f-3f22-4cb8-bcf6-20be9f299982" providerId="ADAL" clId="{1FD6E253-DC20-4E51-B424-53C4A8EA3001}" dt="2026-09-29T15:38:04.750" v="1330" actId="20577"/>
          <ac:spMkLst>
            <pc:docMk/>
            <pc:sldMk cId="4288227719" sldId="261"/>
            <ac:spMk id="21" creationId="{FACAC633-6A05-541D-FFFD-7FC6412DD018}"/>
          </ac:spMkLst>
        </pc:spChg>
        <pc:spChg chg="add mod">
          <ac:chgData name="Giel Cuijpers" userId="6d23da6f-3f22-4cb8-bcf6-20be9f299982" providerId="ADAL" clId="{1FD6E253-DC20-4E51-B424-53C4A8EA3001}" dt="2026-09-29T15:38:04.761" v="1331" actId="20577"/>
          <ac:spMkLst>
            <pc:docMk/>
            <pc:sldMk cId="4288227719" sldId="261"/>
            <ac:spMk id="22" creationId="{E47EFFF7-3F8B-0CBE-9A29-F083F745822E}"/>
          </ac:spMkLst>
        </pc:spChg>
        <pc:spChg chg="add mod">
          <ac:chgData name="Giel Cuijpers" userId="6d23da6f-3f22-4cb8-bcf6-20be9f299982" providerId="ADAL" clId="{1FD6E253-DC20-4E51-B424-53C4A8EA3001}" dt="2026-09-29T15:14:10.166" v="1187" actId="1582"/>
          <ac:spMkLst>
            <pc:docMk/>
            <pc:sldMk cId="4288227719" sldId="261"/>
            <ac:spMk id="23" creationId="{0674592C-5EA8-DCDB-44DE-70D598979F36}"/>
          </ac:spMkLst>
        </pc:spChg>
        <pc:spChg chg="add mod">
          <ac:chgData name="Giel Cuijpers" userId="6d23da6f-3f22-4cb8-bcf6-20be9f299982" providerId="ADAL" clId="{1FD6E253-DC20-4E51-B424-53C4A8EA3001}" dt="2026-09-29T15:14:10.181" v="1192" actId="1582"/>
          <ac:spMkLst>
            <pc:docMk/>
            <pc:sldMk cId="4288227719" sldId="261"/>
            <ac:spMk id="24" creationId="{48740697-AF21-0E5A-E2AF-DC5F34CE5F51}"/>
          </ac:spMkLst>
        </pc:spChg>
        <pc:spChg chg="add mod">
          <ac:chgData name="Giel Cuijpers" userId="6d23da6f-3f22-4cb8-bcf6-20be9f299982" providerId="ADAL" clId="{1FD6E253-DC20-4E51-B424-53C4A8EA3001}" dt="2026-09-29T15:14:10.209" v="1205" actId="948"/>
          <ac:spMkLst>
            <pc:docMk/>
            <pc:sldMk cId="4288227719" sldId="261"/>
            <ac:spMk id="25" creationId="{85F5A606-EC7D-8912-BFE7-BD28ACAB334A}"/>
          </ac:spMkLst>
        </pc:spChg>
        <pc:spChg chg="add mod">
          <ac:chgData name="Giel Cuijpers" userId="6d23da6f-3f22-4cb8-bcf6-20be9f299982" providerId="ADAL" clId="{1FD6E253-DC20-4E51-B424-53C4A8EA3001}" dt="2026-09-29T15:14:10.246" v="1218" actId="948"/>
          <ac:spMkLst>
            <pc:docMk/>
            <pc:sldMk cId="4288227719" sldId="261"/>
            <ac:spMk id="26" creationId="{970F7301-694F-EFF7-E838-7FEFBEEFF4A9}"/>
          </ac:spMkLst>
        </pc:spChg>
        <pc:spChg chg="add mod">
          <ac:chgData name="Giel Cuijpers" userId="6d23da6f-3f22-4cb8-bcf6-20be9f299982" providerId="ADAL" clId="{1FD6E253-DC20-4E51-B424-53C4A8EA3001}" dt="2026-09-29T15:14:10.266" v="1223" actId="1582"/>
          <ac:spMkLst>
            <pc:docMk/>
            <pc:sldMk cId="4288227719" sldId="261"/>
            <ac:spMk id="27" creationId="{23C75359-E08D-965D-DA9D-3271A4953461}"/>
          </ac:spMkLst>
        </pc:spChg>
        <pc:spChg chg="add mod">
          <ac:chgData name="Giel Cuijpers" userId="6d23da6f-3f22-4cb8-bcf6-20be9f299982" providerId="ADAL" clId="{1FD6E253-DC20-4E51-B424-53C4A8EA3001}" dt="2026-09-29T15:14:10.300" v="1236" actId="948"/>
          <ac:spMkLst>
            <pc:docMk/>
            <pc:sldMk cId="4288227719" sldId="261"/>
            <ac:spMk id="28" creationId="{13E3CBD8-1C5C-DDE6-F102-C6FE5402C63D}"/>
          </ac:spMkLst>
        </pc:spChg>
        <pc:spChg chg="add mod">
          <ac:chgData name="Giel Cuijpers" userId="6d23da6f-3f22-4cb8-bcf6-20be9f299982" providerId="ADAL" clId="{1FD6E253-DC20-4E51-B424-53C4A8EA3001}" dt="2026-09-29T15:14:10.344" v="1249" actId="948"/>
          <ac:spMkLst>
            <pc:docMk/>
            <pc:sldMk cId="4288227719" sldId="261"/>
            <ac:spMk id="29" creationId="{6EA4C42E-EA5D-1B0F-29C7-799EA4B8DA72}"/>
          </ac:spMkLst>
        </pc:spChg>
        <pc:spChg chg="add mod">
          <ac:chgData name="Giel Cuijpers" userId="6d23da6f-3f22-4cb8-bcf6-20be9f299982" providerId="ADAL" clId="{1FD6E253-DC20-4E51-B424-53C4A8EA3001}" dt="2026-09-29T15:14:10.366" v="1254" actId="1582"/>
          <ac:spMkLst>
            <pc:docMk/>
            <pc:sldMk cId="4288227719" sldId="261"/>
            <ac:spMk id="30" creationId="{1C1F7B76-E322-F40C-C1A0-914E81DEF013}"/>
          </ac:spMkLst>
        </pc:spChg>
        <pc:spChg chg="add mod">
          <ac:chgData name="Giel Cuijpers" userId="6d23da6f-3f22-4cb8-bcf6-20be9f299982" providerId="ADAL" clId="{1FD6E253-DC20-4E51-B424-53C4A8EA3001}" dt="2026-09-29T15:14:10.396" v="1267" actId="948"/>
          <ac:spMkLst>
            <pc:docMk/>
            <pc:sldMk cId="4288227719" sldId="261"/>
            <ac:spMk id="31" creationId="{07749DF3-2E3B-D584-61E5-C1A8BD7099E3}"/>
          </ac:spMkLst>
        </pc:spChg>
        <pc:spChg chg="add mod">
          <ac:chgData name="Giel Cuijpers" userId="6d23da6f-3f22-4cb8-bcf6-20be9f299982" providerId="ADAL" clId="{1FD6E253-DC20-4E51-B424-53C4A8EA3001}" dt="2026-09-29T15:14:10.442" v="1280" actId="948"/>
          <ac:spMkLst>
            <pc:docMk/>
            <pc:sldMk cId="4288227719" sldId="261"/>
            <ac:spMk id="32" creationId="{BEE2B372-CF70-C7CB-8175-5EB808D28B55}"/>
          </ac:spMkLst>
        </pc:spChg>
        <pc:spChg chg="add mod">
          <ac:chgData name="Giel Cuijpers" userId="6d23da6f-3f22-4cb8-bcf6-20be9f299982" providerId="ADAL" clId="{1FD6E253-DC20-4E51-B424-53C4A8EA3001}" dt="2026-09-29T15:14:10.460" v="1284"/>
          <ac:spMkLst>
            <pc:docMk/>
            <pc:sldMk cId="4288227719" sldId="261"/>
            <ac:spMk id="33" creationId="{F1D8565C-E187-6454-7D6F-4CC7ABFAD0D7}"/>
          </ac:spMkLst>
        </pc:spChg>
        <pc:spChg chg="add mod">
          <ac:chgData name="Giel Cuijpers" userId="6d23da6f-3f22-4cb8-bcf6-20be9f299982" providerId="ADAL" clId="{1FD6E253-DC20-4E51-B424-53C4A8EA3001}" dt="2026-09-29T15:38:04.766" v="1332" actId="20577"/>
          <ac:spMkLst>
            <pc:docMk/>
            <pc:sldMk cId="4288227719" sldId="261"/>
            <ac:spMk id="34" creationId="{37F199AD-F721-FF74-99FE-53B9C7F5B103}"/>
          </ac:spMkLst>
        </pc:spChg>
        <pc:spChg chg="add mod">
          <ac:chgData name="Giel Cuijpers" userId="6d23da6f-3f22-4cb8-bcf6-20be9f299982" providerId="ADAL" clId="{1FD6E253-DC20-4E51-B424-53C4A8EA3001}" dt="2026-09-29T15:14:10.527" v="1302" actId="1582"/>
          <ac:spMkLst>
            <pc:docMk/>
            <pc:sldMk cId="4288227719" sldId="261"/>
            <ac:spMk id="35" creationId="{4DE52D61-3D38-4708-A74D-BDB104356847}"/>
          </ac:spMkLst>
        </pc:spChg>
        <pc:spChg chg="add mod">
          <ac:chgData name="Giel Cuijpers" userId="6d23da6f-3f22-4cb8-bcf6-20be9f299982" providerId="ADAL" clId="{1FD6E253-DC20-4E51-B424-53C4A8EA3001}" dt="2026-09-29T15:38:04.771" v="1333" actId="20577"/>
          <ac:spMkLst>
            <pc:docMk/>
            <pc:sldMk cId="4288227719" sldId="261"/>
            <ac:spMk id="36" creationId="{954C4D36-3B7D-4A45-7A26-9B74B82E97EB}"/>
          </ac:spMkLst>
        </pc:spChg>
        <pc:spChg chg="add mod">
          <ac:chgData name="Giel Cuijpers" userId="6d23da6f-3f22-4cb8-bcf6-20be9f299982" providerId="ADAL" clId="{1FD6E253-DC20-4E51-B424-53C4A8EA3001}" dt="2026-09-29T15:38:04.777" v="1334" actId="20577"/>
          <ac:spMkLst>
            <pc:docMk/>
            <pc:sldMk cId="4288227719" sldId="261"/>
            <ac:spMk id="37" creationId="{0252BAFE-134E-37C9-6D95-133E2847F83C}"/>
          </ac:spMkLst>
        </pc:spChg>
      </pc:sldChg>
      <pc:sldChg chg="addSp modSp add mod ord setBg">
        <pc:chgData name="Giel Cuijpers" userId="6d23da6f-3f22-4cb8-bcf6-20be9f299982" providerId="ADAL" clId="{1FD6E253-DC20-4E51-B424-53C4A8EA3001}" dt="2026-10-05T09:17:23.823" v="2775" actId="207"/>
        <pc:sldMkLst>
          <pc:docMk/>
          <pc:sldMk cId="723594800" sldId="265"/>
        </pc:sldMkLst>
        <pc:spChg chg="add mod">
          <ac:chgData name="Giel Cuijpers" userId="6d23da6f-3f22-4cb8-bcf6-20be9f299982" providerId="ADAL" clId="{1FD6E253-DC20-4E51-B424-53C4A8EA3001}" dt="2026-09-30T07:09:04.492" v="1680" actId="948"/>
          <ac:spMkLst>
            <pc:docMk/>
            <pc:sldMk cId="723594800" sldId="265"/>
            <ac:spMk id="2" creationId="{66C2A573-ABCA-484B-4ED1-7F2FB3CA656A}"/>
          </ac:spMkLst>
        </pc:spChg>
        <pc:spChg chg="add mod">
          <ac:chgData name="Giel Cuijpers" userId="6d23da6f-3f22-4cb8-bcf6-20be9f299982" providerId="ADAL" clId="{1FD6E253-DC20-4E51-B424-53C4A8EA3001}" dt="2026-09-30T07:09:04.558" v="1694" actId="948"/>
          <ac:spMkLst>
            <pc:docMk/>
            <pc:sldMk cId="723594800" sldId="265"/>
            <ac:spMk id="3" creationId="{EEDED994-5FD3-F393-D299-C68A3E31571C}"/>
          </ac:spMkLst>
        </pc:spChg>
        <pc:spChg chg="add mod">
          <ac:chgData name="Giel Cuijpers" userId="6d23da6f-3f22-4cb8-bcf6-20be9f299982" providerId="ADAL" clId="{1FD6E253-DC20-4E51-B424-53C4A8EA3001}" dt="2026-09-30T07:09:04.589" v="1708" actId="948"/>
          <ac:spMkLst>
            <pc:docMk/>
            <pc:sldMk cId="723594800" sldId="265"/>
            <ac:spMk id="4" creationId="{72BC213D-5828-A98D-FFC5-E8398417AA7C}"/>
          </ac:spMkLst>
        </pc:spChg>
        <pc:spChg chg="add mod">
          <ac:chgData name="Giel Cuijpers" userId="6d23da6f-3f22-4cb8-bcf6-20be9f299982" providerId="ADAL" clId="{1FD6E253-DC20-4E51-B424-53C4A8EA3001}" dt="2026-09-30T07:09:04.639" v="1713" actId="1582"/>
          <ac:spMkLst>
            <pc:docMk/>
            <pc:sldMk cId="723594800" sldId="265"/>
            <ac:spMk id="5" creationId="{56A4EBD1-3911-C568-E123-7F150774B380}"/>
          </ac:spMkLst>
        </pc:spChg>
        <pc:spChg chg="add mod">
          <ac:chgData name="Giel Cuijpers" userId="6d23da6f-3f22-4cb8-bcf6-20be9f299982" providerId="ADAL" clId="{1FD6E253-DC20-4E51-B424-53C4A8EA3001}" dt="2026-09-30T07:09:04.698" v="1729" actId="948"/>
          <ac:spMkLst>
            <pc:docMk/>
            <pc:sldMk cId="723594800" sldId="265"/>
            <ac:spMk id="6" creationId="{B97EF411-1CE8-9B67-EEDB-E2AFEEFF682C}"/>
          </ac:spMkLst>
        </pc:spChg>
        <pc:spChg chg="add mod">
          <ac:chgData name="Giel Cuijpers" userId="6d23da6f-3f22-4cb8-bcf6-20be9f299982" providerId="ADAL" clId="{1FD6E253-DC20-4E51-B424-53C4A8EA3001}" dt="2026-09-30T07:09:04.726" v="1743" actId="948"/>
          <ac:spMkLst>
            <pc:docMk/>
            <pc:sldMk cId="723594800" sldId="265"/>
            <ac:spMk id="7" creationId="{F7B5F54E-04B3-7E5A-ADC3-EA5772AF7060}"/>
          </ac:spMkLst>
        </pc:spChg>
        <pc:spChg chg="add mod">
          <ac:chgData name="Giel Cuijpers" userId="6d23da6f-3f22-4cb8-bcf6-20be9f299982" providerId="ADAL" clId="{1FD6E253-DC20-4E51-B424-53C4A8EA3001}" dt="2026-09-30T07:09:04.752" v="1757" actId="948"/>
          <ac:spMkLst>
            <pc:docMk/>
            <pc:sldMk cId="723594800" sldId="265"/>
            <ac:spMk id="8" creationId="{667537B7-3BF3-AF14-FE9A-4BA71F50FB66}"/>
          </ac:spMkLst>
        </pc:spChg>
        <pc:spChg chg="add mod">
          <ac:chgData name="Giel Cuijpers" userId="6d23da6f-3f22-4cb8-bcf6-20be9f299982" providerId="ADAL" clId="{1FD6E253-DC20-4E51-B424-53C4A8EA3001}" dt="2026-09-30T07:09:04.765" v="1762" actId="1582"/>
          <ac:spMkLst>
            <pc:docMk/>
            <pc:sldMk cId="723594800" sldId="265"/>
            <ac:spMk id="9" creationId="{DB9B2496-3B03-F608-FE69-16264E80C987}"/>
          </ac:spMkLst>
        </pc:spChg>
        <pc:spChg chg="add mod">
          <ac:chgData name="Giel Cuijpers" userId="6d23da6f-3f22-4cb8-bcf6-20be9f299982" providerId="ADAL" clId="{1FD6E253-DC20-4E51-B424-53C4A8EA3001}" dt="2026-09-30T07:09:04.812" v="1778" actId="948"/>
          <ac:spMkLst>
            <pc:docMk/>
            <pc:sldMk cId="723594800" sldId="265"/>
            <ac:spMk id="10" creationId="{36AA6344-E6C7-8E7F-0C6E-171085E91D0D}"/>
          </ac:spMkLst>
        </pc:spChg>
        <pc:spChg chg="add mod">
          <ac:chgData name="Giel Cuijpers" userId="6d23da6f-3f22-4cb8-bcf6-20be9f299982" providerId="ADAL" clId="{1FD6E253-DC20-4E51-B424-53C4A8EA3001}" dt="2026-09-30T07:09:04.857" v="1792" actId="948"/>
          <ac:spMkLst>
            <pc:docMk/>
            <pc:sldMk cId="723594800" sldId="265"/>
            <ac:spMk id="11" creationId="{B81DC032-D69F-401F-BC80-69DF1D0640B4}"/>
          </ac:spMkLst>
        </pc:spChg>
        <pc:spChg chg="add mod">
          <ac:chgData name="Giel Cuijpers" userId="6d23da6f-3f22-4cb8-bcf6-20be9f299982" providerId="ADAL" clId="{1FD6E253-DC20-4E51-B424-53C4A8EA3001}" dt="2026-09-30T07:09:04.891" v="1806" actId="948"/>
          <ac:spMkLst>
            <pc:docMk/>
            <pc:sldMk cId="723594800" sldId="265"/>
            <ac:spMk id="12" creationId="{06502869-F40A-ADAC-DE54-F30CDF598E0F}"/>
          </ac:spMkLst>
        </pc:spChg>
        <pc:spChg chg="add mod">
          <ac:chgData name="Giel Cuijpers" userId="6d23da6f-3f22-4cb8-bcf6-20be9f299982" providerId="ADAL" clId="{1FD6E253-DC20-4E51-B424-53C4A8EA3001}" dt="2026-09-30T07:09:04.904" v="1811" actId="1582"/>
          <ac:spMkLst>
            <pc:docMk/>
            <pc:sldMk cId="723594800" sldId="265"/>
            <ac:spMk id="13" creationId="{24764DE8-47A2-62C9-BF47-0A01A5E3F24B}"/>
          </ac:spMkLst>
        </pc:spChg>
        <pc:spChg chg="add mod">
          <ac:chgData name="Giel Cuijpers" userId="6d23da6f-3f22-4cb8-bcf6-20be9f299982" providerId="ADAL" clId="{1FD6E253-DC20-4E51-B424-53C4A8EA3001}" dt="2026-09-30T07:09:04.959" v="1827" actId="948"/>
          <ac:spMkLst>
            <pc:docMk/>
            <pc:sldMk cId="723594800" sldId="265"/>
            <ac:spMk id="14" creationId="{EEE746BD-F29C-DA3F-9B11-5B399E3573E6}"/>
          </ac:spMkLst>
        </pc:spChg>
        <pc:spChg chg="add mod">
          <ac:chgData name="Giel Cuijpers" userId="6d23da6f-3f22-4cb8-bcf6-20be9f299982" providerId="ADAL" clId="{1FD6E253-DC20-4E51-B424-53C4A8EA3001}" dt="2026-09-30T07:09:04.993" v="1841" actId="948"/>
          <ac:spMkLst>
            <pc:docMk/>
            <pc:sldMk cId="723594800" sldId="265"/>
            <ac:spMk id="15" creationId="{8EA805D8-CFEC-16F3-047C-03D86B9346DD}"/>
          </ac:spMkLst>
        </pc:spChg>
        <pc:spChg chg="add mod">
          <ac:chgData name="Giel Cuijpers" userId="6d23da6f-3f22-4cb8-bcf6-20be9f299982" providerId="ADAL" clId="{1FD6E253-DC20-4E51-B424-53C4A8EA3001}" dt="2026-09-30T07:09:05.018" v="1855" actId="948"/>
          <ac:spMkLst>
            <pc:docMk/>
            <pc:sldMk cId="723594800" sldId="265"/>
            <ac:spMk id="16" creationId="{365131C3-8E0F-3686-86F9-C11B1CA63489}"/>
          </ac:spMkLst>
        </pc:spChg>
        <pc:spChg chg="add mod">
          <ac:chgData name="Giel Cuijpers" userId="6d23da6f-3f22-4cb8-bcf6-20be9f299982" providerId="ADAL" clId="{1FD6E253-DC20-4E51-B424-53C4A8EA3001}" dt="2026-09-30T07:09:05.028" v="1860" actId="1582"/>
          <ac:spMkLst>
            <pc:docMk/>
            <pc:sldMk cId="723594800" sldId="265"/>
            <ac:spMk id="17" creationId="{E9C6464C-7A46-B757-CFCA-8FE0F7425354}"/>
          </ac:spMkLst>
        </pc:spChg>
        <pc:spChg chg="add mod">
          <ac:chgData name="Giel Cuijpers" userId="6d23da6f-3f22-4cb8-bcf6-20be9f299982" providerId="ADAL" clId="{1FD6E253-DC20-4E51-B424-53C4A8EA3001}" dt="2026-09-30T07:09:05.084" v="1876" actId="948"/>
          <ac:spMkLst>
            <pc:docMk/>
            <pc:sldMk cId="723594800" sldId="265"/>
            <ac:spMk id="18" creationId="{B5D4733A-E2FC-DEDB-D9E9-1C4636A57B77}"/>
          </ac:spMkLst>
        </pc:spChg>
        <pc:spChg chg="add mod">
          <ac:chgData name="Giel Cuijpers" userId="6d23da6f-3f22-4cb8-bcf6-20be9f299982" providerId="ADAL" clId="{1FD6E253-DC20-4E51-B424-53C4A8EA3001}" dt="2026-09-30T07:09:05.121" v="1890" actId="948"/>
          <ac:spMkLst>
            <pc:docMk/>
            <pc:sldMk cId="723594800" sldId="265"/>
            <ac:spMk id="19" creationId="{BBDBD2AD-62E2-667B-0E51-58C03A23CEE2}"/>
          </ac:spMkLst>
        </pc:spChg>
        <pc:spChg chg="add mod">
          <ac:chgData name="Giel Cuijpers" userId="6d23da6f-3f22-4cb8-bcf6-20be9f299982" providerId="ADAL" clId="{1FD6E253-DC20-4E51-B424-53C4A8EA3001}" dt="2026-09-30T07:09:05.156" v="1904" actId="948"/>
          <ac:spMkLst>
            <pc:docMk/>
            <pc:sldMk cId="723594800" sldId="265"/>
            <ac:spMk id="20" creationId="{3CFD93BF-AD70-1BCA-F464-3F0A53B44D8F}"/>
          </ac:spMkLst>
        </pc:spChg>
        <pc:spChg chg="add mod">
          <ac:chgData name="Giel Cuijpers" userId="6d23da6f-3f22-4cb8-bcf6-20be9f299982" providerId="ADAL" clId="{1FD6E253-DC20-4E51-B424-53C4A8EA3001}" dt="2026-09-30T07:09:05.168" v="1909" actId="1582"/>
          <ac:spMkLst>
            <pc:docMk/>
            <pc:sldMk cId="723594800" sldId="265"/>
            <ac:spMk id="21" creationId="{64C10112-B5F7-4696-429D-26676695C7E3}"/>
          </ac:spMkLst>
        </pc:spChg>
        <pc:spChg chg="add mod">
          <ac:chgData name="Giel Cuijpers" userId="6d23da6f-3f22-4cb8-bcf6-20be9f299982" providerId="ADAL" clId="{1FD6E253-DC20-4E51-B424-53C4A8EA3001}" dt="2026-09-30T07:09:05.207" v="1925" actId="948"/>
          <ac:spMkLst>
            <pc:docMk/>
            <pc:sldMk cId="723594800" sldId="265"/>
            <ac:spMk id="22" creationId="{5829AD28-AA5D-B6D8-6622-6B7DAE1C35CE}"/>
          </ac:spMkLst>
        </pc:spChg>
        <pc:spChg chg="add mod">
          <ac:chgData name="Giel Cuijpers" userId="6d23da6f-3f22-4cb8-bcf6-20be9f299982" providerId="ADAL" clId="{1FD6E253-DC20-4E51-B424-53C4A8EA3001}" dt="2026-09-30T07:09:05.232" v="1939" actId="948"/>
          <ac:spMkLst>
            <pc:docMk/>
            <pc:sldMk cId="723594800" sldId="265"/>
            <ac:spMk id="23" creationId="{88DE985F-750B-A05D-93CB-6B22E1388C2D}"/>
          </ac:spMkLst>
        </pc:spChg>
        <pc:spChg chg="add mod">
          <ac:chgData name="Giel Cuijpers" userId="6d23da6f-3f22-4cb8-bcf6-20be9f299982" providerId="ADAL" clId="{1FD6E253-DC20-4E51-B424-53C4A8EA3001}" dt="2026-09-30T07:09:05.263" v="1953" actId="948"/>
          <ac:spMkLst>
            <pc:docMk/>
            <pc:sldMk cId="723594800" sldId="265"/>
            <ac:spMk id="24" creationId="{0D1CA8E0-3F36-285B-66C0-55545490D686}"/>
          </ac:spMkLst>
        </pc:spChg>
        <pc:spChg chg="add mod">
          <ac:chgData name="Giel Cuijpers" userId="6d23da6f-3f22-4cb8-bcf6-20be9f299982" providerId="ADAL" clId="{1FD6E253-DC20-4E51-B424-53C4A8EA3001}" dt="2026-09-30T07:09:05.274" v="1958" actId="1582"/>
          <ac:spMkLst>
            <pc:docMk/>
            <pc:sldMk cId="723594800" sldId="265"/>
            <ac:spMk id="25" creationId="{819973BA-6B60-BC23-FCB1-920F622CFE84}"/>
          </ac:spMkLst>
        </pc:spChg>
        <pc:spChg chg="add mod">
          <ac:chgData name="Giel Cuijpers" userId="6d23da6f-3f22-4cb8-bcf6-20be9f299982" providerId="ADAL" clId="{1FD6E253-DC20-4E51-B424-53C4A8EA3001}" dt="2026-09-30T07:09:05.296" v="1972" actId="948"/>
          <ac:spMkLst>
            <pc:docMk/>
            <pc:sldMk cId="723594800" sldId="265"/>
            <ac:spMk id="26" creationId="{EF141CDD-07BF-3CD0-8434-19BF24254D39}"/>
          </ac:spMkLst>
        </pc:spChg>
        <pc:spChg chg="add mod">
          <ac:chgData name="Giel Cuijpers" userId="6d23da6f-3f22-4cb8-bcf6-20be9f299982" providerId="ADAL" clId="{1FD6E253-DC20-4E51-B424-53C4A8EA3001}" dt="2026-09-30T07:09:05.322" v="1986" actId="948"/>
          <ac:spMkLst>
            <pc:docMk/>
            <pc:sldMk cId="723594800" sldId="265"/>
            <ac:spMk id="27" creationId="{53D26E3D-16FC-4E5D-D616-04668BA730B4}"/>
          </ac:spMkLst>
        </pc:spChg>
        <pc:spChg chg="add mod">
          <ac:chgData name="Giel Cuijpers" userId="6d23da6f-3f22-4cb8-bcf6-20be9f299982" providerId="ADAL" clId="{1FD6E253-DC20-4E51-B424-53C4A8EA3001}" dt="2026-09-30T07:09:05.353" v="2000" actId="948"/>
          <ac:spMkLst>
            <pc:docMk/>
            <pc:sldMk cId="723594800" sldId="265"/>
            <ac:spMk id="28" creationId="{58091513-0023-CF6E-9707-75602DB18925}"/>
          </ac:spMkLst>
        </pc:spChg>
        <pc:spChg chg="add mod">
          <ac:chgData name="Giel Cuijpers" userId="6d23da6f-3f22-4cb8-bcf6-20be9f299982" providerId="ADAL" clId="{1FD6E253-DC20-4E51-B424-53C4A8EA3001}" dt="2026-09-30T07:09:05.379" v="2014" actId="948"/>
          <ac:spMkLst>
            <pc:docMk/>
            <pc:sldMk cId="723594800" sldId="265"/>
            <ac:spMk id="29" creationId="{69B0C833-EB23-3857-AA20-4CF5F21BBBBE}"/>
          </ac:spMkLst>
        </pc:spChg>
        <pc:spChg chg="add mod">
          <ac:chgData name="Giel Cuijpers" userId="6d23da6f-3f22-4cb8-bcf6-20be9f299982" providerId="ADAL" clId="{1FD6E253-DC20-4E51-B424-53C4A8EA3001}" dt="2026-09-30T07:09:05.389" v="2019" actId="1582"/>
          <ac:spMkLst>
            <pc:docMk/>
            <pc:sldMk cId="723594800" sldId="265"/>
            <ac:spMk id="30" creationId="{79DBFD9F-3ECB-E64F-B496-67C0B3AEF58A}"/>
          </ac:spMkLst>
        </pc:spChg>
        <pc:spChg chg="add mod">
          <ac:chgData name="Giel Cuijpers" userId="6d23da6f-3f22-4cb8-bcf6-20be9f299982" providerId="ADAL" clId="{1FD6E253-DC20-4E51-B424-53C4A8EA3001}" dt="2026-09-30T07:09:05.407" v="2033" actId="948"/>
          <ac:spMkLst>
            <pc:docMk/>
            <pc:sldMk cId="723594800" sldId="265"/>
            <ac:spMk id="31" creationId="{DC104788-FF68-D4A6-1052-3A66CFFEC2DC}"/>
          </ac:spMkLst>
        </pc:spChg>
        <pc:spChg chg="add mod">
          <ac:chgData name="Giel Cuijpers" userId="6d23da6f-3f22-4cb8-bcf6-20be9f299982" providerId="ADAL" clId="{1FD6E253-DC20-4E51-B424-53C4A8EA3001}" dt="2026-09-30T07:09:05.438" v="2047" actId="948"/>
          <ac:spMkLst>
            <pc:docMk/>
            <pc:sldMk cId="723594800" sldId="265"/>
            <ac:spMk id="32" creationId="{1029719F-6DC4-4B5C-EC45-56072814FA8A}"/>
          </ac:spMkLst>
        </pc:spChg>
        <pc:spChg chg="add mod">
          <ac:chgData name="Giel Cuijpers" userId="6d23da6f-3f22-4cb8-bcf6-20be9f299982" providerId="ADAL" clId="{1FD6E253-DC20-4E51-B424-53C4A8EA3001}" dt="2026-09-30T07:09:05.471" v="2064" actId="948"/>
          <ac:spMkLst>
            <pc:docMk/>
            <pc:sldMk cId="723594800" sldId="265"/>
            <ac:spMk id="34" creationId="{4931CA53-409E-FF83-A3D9-E0CC10597A74}"/>
          </ac:spMkLst>
        </pc:spChg>
        <pc:spChg chg="add mod">
          <ac:chgData name="Giel Cuijpers" userId="6d23da6f-3f22-4cb8-bcf6-20be9f299982" providerId="ADAL" clId="{1FD6E253-DC20-4E51-B424-53C4A8EA3001}" dt="2026-10-05T09:17:23.823" v="2775" actId="207"/>
          <ac:spMkLst>
            <pc:docMk/>
            <pc:sldMk cId="723594800" sldId="265"/>
            <ac:spMk id="35" creationId="{D2145B72-82B7-6D4D-FF88-D06071CF68F1}"/>
          </ac:spMkLst>
        </pc:spChg>
        <pc:cxnChg chg="add mod">
          <ac:chgData name="Giel Cuijpers" userId="6d23da6f-3f22-4cb8-bcf6-20be9f299982" providerId="ADAL" clId="{1FD6E253-DC20-4E51-B424-53C4A8EA3001}" dt="2026-09-30T07:09:05.451" v="2050" actId="1582"/>
          <ac:cxnSpMkLst>
            <pc:docMk/>
            <pc:sldMk cId="723594800" sldId="265"/>
            <ac:cxnSpMk id="33" creationId="{2E71A74C-896F-4393-AEFC-317E6F76129E}"/>
          </ac:cxnSpMkLst>
        </pc:cxnChg>
      </pc:sldChg>
      <pc:sldChg chg="addSp modSp add mod ord setBg">
        <pc:chgData name="Giel Cuijpers" userId="6d23da6f-3f22-4cb8-bcf6-20be9f299982" providerId="ADAL" clId="{1FD6E253-DC20-4E51-B424-53C4A8EA3001}" dt="2026-09-30T07:09:06.887" v="2736"/>
        <pc:sldMkLst>
          <pc:docMk/>
          <pc:sldMk cId="3028658660" sldId="266"/>
        </pc:sldMkLst>
        <pc:spChg chg="add mod">
          <ac:chgData name="Giel Cuijpers" userId="6d23da6f-3f22-4cb8-bcf6-20be9f299982" providerId="ADAL" clId="{1FD6E253-DC20-4E51-B424-53C4A8EA3001}" dt="2026-09-30T07:09:05.498" v="2081" actId="948"/>
          <ac:spMkLst>
            <pc:docMk/>
            <pc:sldMk cId="3028658660" sldId="266"/>
            <ac:spMk id="2" creationId="{B5F07621-AF7A-0147-A11E-4E515A3C182A}"/>
          </ac:spMkLst>
        </pc:spChg>
        <pc:spChg chg="add mod">
          <ac:chgData name="Giel Cuijpers" userId="6d23da6f-3f22-4cb8-bcf6-20be9f299982" providerId="ADAL" clId="{1FD6E253-DC20-4E51-B424-53C4A8EA3001}" dt="2026-09-30T07:09:05.520" v="2095" actId="948"/>
          <ac:spMkLst>
            <pc:docMk/>
            <pc:sldMk cId="3028658660" sldId="266"/>
            <ac:spMk id="3" creationId="{6C6BAEE2-E798-5ED6-C1C8-4166D5CDF3DA}"/>
          </ac:spMkLst>
        </pc:spChg>
        <pc:spChg chg="add mod">
          <ac:chgData name="Giel Cuijpers" userId="6d23da6f-3f22-4cb8-bcf6-20be9f299982" providerId="ADAL" clId="{1FD6E253-DC20-4E51-B424-53C4A8EA3001}" dt="2026-09-30T07:09:05.544" v="2109" actId="948"/>
          <ac:spMkLst>
            <pc:docMk/>
            <pc:sldMk cId="3028658660" sldId="266"/>
            <ac:spMk id="4" creationId="{A39015B4-7610-F54A-1085-978B220F7752}"/>
          </ac:spMkLst>
        </pc:spChg>
        <pc:spChg chg="add mod">
          <ac:chgData name="Giel Cuijpers" userId="6d23da6f-3f22-4cb8-bcf6-20be9f299982" providerId="ADAL" clId="{1FD6E253-DC20-4E51-B424-53C4A8EA3001}" dt="2026-09-30T07:09:05.557" v="2114" actId="1582"/>
          <ac:spMkLst>
            <pc:docMk/>
            <pc:sldMk cId="3028658660" sldId="266"/>
            <ac:spMk id="5" creationId="{E1646C0A-DCDD-DEFF-9956-0B49168EE214}"/>
          </ac:spMkLst>
        </pc:spChg>
        <pc:spChg chg="add mod">
          <ac:chgData name="Giel Cuijpers" userId="6d23da6f-3f22-4cb8-bcf6-20be9f299982" providerId="ADAL" clId="{1FD6E253-DC20-4E51-B424-53C4A8EA3001}" dt="2026-09-30T07:09:05.598" v="2130" actId="948"/>
          <ac:spMkLst>
            <pc:docMk/>
            <pc:sldMk cId="3028658660" sldId="266"/>
            <ac:spMk id="6" creationId="{152CB84E-C1B3-F3C8-3937-B3329162F602}"/>
          </ac:spMkLst>
        </pc:spChg>
        <pc:spChg chg="add mod">
          <ac:chgData name="Giel Cuijpers" userId="6d23da6f-3f22-4cb8-bcf6-20be9f299982" providerId="ADAL" clId="{1FD6E253-DC20-4E51-B424-53C4A8EA3001}" dt="2026-09-30T07:09:05.619" v="2144" actId="948"/>
          <ac:spMkLst>
            <pc:docMk/>
            <pc:sldMk cId="3028658660" sldId="266"/>
            <ac:spMk id="7" creationId="{495AA676-12F8-91DE-3C2B-70CC8F0E981E}"/>
          </ac:spMkLst>
        </pc:spChg>
        <pc:spChg chg="add mod">
          <ac:chgData name="Giel Cuijpers" userId="6d23da6f-3f22-4cb8-bcf6-20be9f299982" providerId="ADAL" clId="{1FD6E253-DC20-4E51-B424-53C4A8EA3001}" dt="2026-09-30T07:09:05.647" v="2158" actId="948"/>
          <ac:spMkLst>
            <pc:docMk/>
            <pc:sldMk cId="3028658660" sldId="266"/>
            <ac:spMk id="8" creationId="{50F7B805-5A52-AD1E-4D1A-FD5E97173322}"/>
          </ac:spMkLst>
        </pc:spChg>
        <pc:spChg chg="add mod">
          <ac:chgData name="Giel Cuijpers" userId="6d23da6f-3f22-4cb8-bcf6-20be9f299982" providerId="ADAL" clId="{1FD6E253-DC20-4E51-B424-53C4A8EA3001}" dt="2026-09-30T07:09:05.656" v="2163" actId="1582"/>
          <ac:spMkLst>
            <pc:docMk/>
            <pc:sldMk cId="3028658660" sldId="266"/>
            <ac:spMk id="9" creationId="{7AA7FD7A-1FA2-AC56-8FDA-E3620F515317}"/>
          </ac:spMkLst>
        </pc:spChg>
        <pc:spChg chg="add mod">
          <ac:chgData name="Giel Cuijpers" userId="6d23da6f-3f22-4cb8-bcf6-20be9f299982" providerId="ADAL" clId="{1FD6E253-DC20-4E51-B424-53C4A8EA3001}" dt="2026-09-30T07:09:05.701" v="2179" actId="948"/>
          <ac:spMkLst>
            <pc:docMk/>
            <pc:sldMk cId="3028658660" sldId="266"/>
            <ac:spMk id="10" creationId="{45263C90-9723-C2DD-F9A2-A06C3AF6DA07}"/>
          </ac:spMkLst>
        </pc:spChg>
        <pc:spChg chg="add mod">
          <ac:chgData name="Giel Cuijpers" userId="6d23da6f-3f22-4cb8-bcf6-20be9f299982" providerId="ADAL" clId="{1FD6E253-DC20-4E51-B424-53C4A8EA3001}" dt="2026-09-30T07:09:05.725" v="2193" actId="948"/>
          <ac:spMkLst>
            <pc:docMk/>
            <pc:sldMk cId="3028658660" sldId="266"/>
            <ac:spMk id="11" creationId="{2B5FD700-0DCA-5B2F-0602-F26A0C8F7A63}"/>
          </ac:spMkLst>
        </pc:spChg>
        <pc:spChg chg="add mod">
          <ac:chgData name="Giel Cuijpers" userId="6d23da6f-3f22-4cb8-bcf6-20be9f299982" providerId="ADAL" clId="{1FD6E253-DC20-4E51-B424-53C4A8EA3001}" dt="2026-09-30T07:09:05.750" v="2207" actId="948"/>
          <ac:spMkLst>
            <pc:docMk/>
            <pc:sldMk cId="3028658660" sldId="266"/>
            <ac:spMk id="12" creationId="{F12F5FEE-5D4B-3F3A-2DB5-FBA0493BAA26}"/>
          </ac:spMkLst>
        </pc:spChg>
        <pc:spChg chg="add mod">
          <ac:chgData name="Giel Cuijpers" userId="6d23da6f-3f22-4cb8-bcf6-20be9f299982" providerId="ADAL" clId="{1FD6E253-DC20-4E51-B424-53C4A8EA3001}" dt="2026-09-30T07:09:05.760" v="2212" actId="1582"/>
          <ac:spMkLst>
            <pc:docMk/>
            <pc:sldMk cId="3028658660" sldId="266"/>
            <ac:spMk id="13" creationId="{EA3176FB-5277-91B6-37CC-76C8A0692D73}"/>
          </ac:spMkLst>
        </pc:spChg>
        <pc:spChg chg="add mod">
          <ac:chgData name="Giel Cuijpers" userId="6d23da6f-3f22-4cb8-bcf6-20be9f299982" providerId="ADAL" clId="{1FD6E253-DC20-4E51-B424-53C4A8EA3001}" dt="2026-09-30T07:09:05.797" v="2228" actId="948"/>
          <ac:spMkLst>
            <pc:docMk/>
            <pc:sldMk cId="3028658660" sldId="266"/>
            <ac:spMk id="14" creationId="{53601603-23F1-87FA-D465-DCEC57FCB41F}"/>
          </ac:spMkLst>
        </pc:spChg>
        <pc:spChg chg="add mod">
          <ac:chgData name="Giel Cuijpers" userId="6d23da6f-3f22-4cb8-bcf6-20be9f299982" providerId="ADAL" clId="{1FD6E253-DC20-4E51-B424-53C4A8EA3001}" dt="2026-09-30T07:09:05.825" v="2242" actId="948"/>
          <ac:spMkLst>
            <pc:docMk/>
            <pc:sldMk cId="3028658660" sldId="266"/>
            <ac:spMk id="15" creationId="{F40DD9DE-5807-DD51-1DE4-DC9BD4EE704C}"/>
          </ac:spMkLst>
        </pc:spChg>
        <pc:spChg chg="add mod">
          <ac:chgData name="Giel Cuijpers" userId="6d23da6f-3f22-4cb8-bcf6-20be9f299982" providerId="ADAL" clId="{1FD6E253-DC20-4E51-B424-53C4A8EA3001}" dt="2026-09-30T07:09:05.852" v="2256" actId="948"/>
          <ac:spMkLst>
            <pc:docMk/>
            <pc:sldMk cId="3028658660" sldId="266"/>
            <ac:spMk id="16" creationId="{8B6DF99C-04E4-F5B4-7C85-295796FA900A}"/>
          </ac:spMkLst>
        </pc:spChg>
        <pc:spChg chg="add mod">
          <ac:chgData name="Giel Cuijpers" userId="6d23da6f-3f22-4cb8-bcf6-20be9f299982" providerId="ADAL" clId="{1FD6E253-DC20-4E51-B424-53C4A8EA3001}" dt="2026-09-30T07:09:05.863" v="2261" actId="1582"/>
          <ac:spMkLst>
            <pc:docMk/>
            <pc:sldMk cId="3028658660" sldId="266"/>
            <ac:spMk id="17" creationId="{13F8C41D-4E4F-74D5-FD9D-13243921CDBE}"/>
          </ac:spMkLst>
        </pc:spChg>
        <pc:spChg chg="add mod">
          <ac:chgData name="Giel Cuijpers" userId="6d23da6f-3f22-4cb8-bcf6-20be9f299982" providerId="ADAL" clId="{1FD6E253-DC20-4E51-B424-53C4A8EA3001}" dt="2026-09-30T07:09:05.903" v="2277" actId="948"/>
          <ac:spMkLst>
            <pc:docMk/>
            <pc:sldMk cId="3028658660" sldId="266"/>
            <ac:spMk id="18" creationId="{998E915B-AB0B-07C9-1228-347D353DD949}"/>
          </ac:spMkLst>
        </pc:spChg>
        <pc:spChg chg="add mod">
          <ac:chgData name="Giel Cuijpers" userId="6d23da6f-3f22-4cb8-bcf6-20be9f299982" providerId="ADAL" clId="{1FD6E253-DC20-4E51-B424-53C4A8EA3001}" dt="2026-09-30T07:09:05.925" v="2291" actId="948"/>
          <ac:spMkLst>
            <pc:docMk/>
            <pc:sldMk cId="3028658660" sldId="266"/>
            <ac:spMk id="19" creationId="{70F44E3F-3E76-91DC-308B-1C66E49B67B6}"/>
          </ac:spMkLst>
        </pc:spChg>
        <pc:spChg chg="add mod">
          <ac:chgData name="Giel Cuijpers" userId="6d23da6f-3f22-4cb8-bcf6-20be9f299982" providerId="ADAL" clId="{1FD6E253-DC20-4E51-B424-53C4A8EA3001}" dt="2026-09-30T07:09:05.947" v="2305" actId="948"/>
          <ac:spMkLst>
            <pc:docMk/>
            <pc:sldMk cId="3028658660" sldId="266"/>
            <ac:spMk id="20" creationId="{B678866C-DF83-5D91-9FF7-60E6A41755A4}"/>
          </ac:spMkLst>
        </pc:spChg>
        <pc:spChg chg="add mod">
          <ac:chgData name="Giel Cuijpers" userId="6d23da6f-3f22-4cb8-bcf6-20be9f299982" providerId="ADAL" clId="{1FD6E253-DC20-4E51-B424-53C4A8EA3001}" dt="2026-09-30T07:09:05.957" v="2310" actId="1582"/>
          <ac:spMkLst>
            <pc:docMk/>
            <pc:sldMk cId="3028658660" sldId="266"/>
            <ac:spMk id="21" creationId="{7FF2A4E4-F117-12CF-2174-BA7EC780EC17}"/>
          </ac:spMkLst>
        </pc:spChg>
        <pc:spChg chg="add mod">
          <ac:chgData name="Giel Cuijpers" userId="6d23da6f-3f22-4cb8-bcf6-20be9f299982" providerId="ADAL" clId="{1FD6E253-DC20-4E51-B424-53C4A8EA3001}" dt="2026-09-30T07:09:05.994" v="2326" actId="948"/>
          <ac:spMkLst>
            <pc:docMk/>
            <pc:sldMk cId="3028658660" sldId="266"/>
            <ac:spMk id="22" creationId="{AD3CF2CB-D79A-302F-102B-18D670D5796F}"/>
          </ac:spMkLst>
        </pc:spChg>
        <pc:spChg chg="add mod">
          <ac:chgData name="Giel Cuijpers" userId="6d23da6f-3f22-4cb8-bcf6-20be9f299982" providerId="ADAL" clId="{1FD6E253-DC20-4E51-B424-53C4A8EA3001}" dt="2026-09-30T07:09:06.014" v="2340" actId="948"/>
          <ac:spMkLst>
            <pc:docMk/>
            <pc:sldMk cId="3028658660" sldId="266"/>
            <ac:spMk id="23" creationId="{29A294AD-23F8-1201-E323-DE1199B49B73}"/>
          </ac:spMkLst>
        </pc:spChg>
        <pc:spChg chg="add mod">
          <ac:chgData name="Giel Cuijpers" userId="6d23da6f-3f22-4cb8-bcf6-20be9f299982" providerId="ADAL" clId="{1FD6E253-DC20-4E51-B424-53C4A8EA3001}" dt="2026-09-30T07:09:06.037" v="2354" actId="948"/>
          <ac:spMkLst>
            <pc:docMk/>
            <pc:sldMk cId="3028658660" sldId="266"/>
            <ac:spMk id="24" creationId="{06953C64-2E97-2D85-2C60-AF428E37829D}"/>
          </ac:spMkLst>
        </pc:spChg>
        <pc:spChg chg="add mod">
          <ac:chgData name="Giel Cuijpers" userId="6d23da6f-3f22-4cb8-bcf6-20be9f299982" providerId="ADAL" clId="{1FD6E253-DC20-4E51-B424-53C4A8EA3001}" dt="2026-09-30T07:09:06.060" v="2371" actId="948"/>
          <ac:spMkLst>
            <pc:docMk/>
            <pc:sldMk cId="3028658660" sldId="266"/>
            <ac:spMk id="26" creationId="{ADCA2DFA-DBFE-08B1-45A7-7C00745BB1DA}"/>
          </ac:spMkLst>
        </pc:spChg>
        <pc:cxnChg chg="add mod">
          <ac:chgData name="Giel Cuijpers" userId="6d23da6f-3f22-4cb8-bcf6-20be9f299982" providerId="ADAL" clId="{1FD6E253-DC20-4E51-B424-53C4A8EA3001}" dt="2026-09-30T07:09:06.042" v="2357" actId="1582"/>
          <ac:cxnSpMkLst>
            <pc:docMk/>
            <pc:sldMk cId="3028658660" sldId="266"/>
            <ac:cxnSpMk id="25" creationId="{414CEC5C-2DA8-EB9F-8BCC-E4C705C189B0}"/>
          </ac:cxnSpMkLst>
        </pc:cxnChg>
      </pc:sldChg>
      <pc:sldChg chg="addSp modSp add mod ord setBg">
        <pc:chgData name="Giel Cuijpers" userId="6d23da6f-3f22-4cb8-bcf6-20be9f299982" providerId="ADAL" clId="{1FD6E253-DC20-4E51-B424-53C4A8EA3001}" dt="2026-09-30T07:09:06.888" v="2737"/>
        <pc:sldMkLst>
          <pc:docMk/>
          <pc:sldMk cId="4036090216" sldId="267"/>
        </pc:sldMkLst>
        <pc:spChg chg="add mod">
          <ac:chgData name="Giel Cuijpers" userId="6d23da6f-3f22-4cb8-bcf6-20be9f299982" providerId="ADAL" clId="{1FD6E253-DC20-4E51-B424-53C4A8EA3001}" dt="2026-09-30T07:09:06.089" v="2388" actId="948"/>
          <ac:spMkLst>
            <pc:docMk/>
            <pc:sldMk cId="4036090216" sldId="267"/>
            <ac:spMk id="2" creationId="{8C5FDA0C-3953-A41A-4058-9C610E1AC0EB}"/>
          </ac:spMkLst>
        </pc:spChg>
        <pc:spChg chg="add mod">
          <ac:chgData name="Giel Cuijpers" userId="6d23da6f-3f22-4cb8-bcf6-20be9f299982" providerId="ADAL" clId="{1FD6E253-DC20-4E51-B424-53C4A8EA3001}" dt="2026-09-30T07:09:06.106" v="2402" actId="948"/>
          <ac:spMkLst>
            <pc:docMk/>
            <pc:sldMk cId="4036090216" sldId="267"/>
            <ac:spMk id="3" creationId="{2F2131C2-EECD-2BF4-5E78-232218FCE60A}"/>
          </ac:spMkLst>
        </pc:spChg>
        <pc:spChg chg="add mod">
          <ac:chgData name="Giel Cuijpers" userId="6d23da6f-3f22-4cb8-bcf6-20be9f299982" providerId="ADAL" clId="{1FD6E253-DC20-4E51-B424-53C4A8EA3001}" dt="2026-09-30T07:09:06.126" v="2416" actId="948"/>
          <ac:spMkLst>
            <pc:docMk/>
            <pc:sldMk cId="4036090216" sldId="267"/>
            <ac:spMk id="4" creationId="{8D509A87-5E61-8A2D-3D4A-2A6AB5ACDBF9}"/>
          </ac:spMkLst>
        </pc:spChg>
        <pc:spChg chg="add mod">
          <ac:chgData name="Giel Cuijpers" userId="6d23da6f-3f22-4cb8-bcf6-20be9f299982" providerId="ADAL" clId="{1FD6E253-DC20-4E51-B424-53C4A8EA3001}" dt="2026-09-30T07:09:06.145" v="2430" actId="948"/>
          <ac:spMkLst>
            <pc:docMk/>
            <pc:sldMk cId="4036090216" sldId="267"/>
            <ac:spMk id="5" creationId="{5CBD245B-0C5D-A282-5807-58C81C636F54}"/>
          </ac:spMkLst>
        </pc:spChg>
        <pc:spChg chg="add mod">
          <ac:chgData name="Giel Cuijpers" userId="6d23da6f-3f22-4cb8-bcf6-20be9f299982" providerId="ADAL" clId="{1FD6E253-DC20-4E51-B424-53C4A8EA3001}" dt="2026-09-30T07:09:06.171" v="2447" actId="948"/>
          <ac:spMkLst>
            <pc:docMk/>
            <pc:sldMk cId="4036090216" sldId="267"/>
            <ac:spMk id="7" creationId="{065AAACD-9B34-7EE4-394C-B8852512AB1B}"/>
          </ac:spMkLst>
        </pc:spChg>
        <pc:spChg chg="add mod">
          <ac:chgData name="Giel Cuijpers" userId="6d23da6f-3f22-4cb8-bcf6-20be9f299982" providerId="ADAL" clId="{1FD6E253-DC20-4E51-B424-53C4A8EA3001}" dt="2026-09-30T07:09:06.201" v="2464" actId="948"/>
          <ac:spMkLst>
            <pc:docMk/>
            <pc:sldMk cId="4036090216" sldId="267"/>
            <ac:spMk id="9" creationId="{BFB20D97-BE55-B5A8-94EC-86A2AC1917E5}"/>
          </ac:spMkLst>
        </pc:spChg>
        <pc:spChg chg="add mod">
          <ac:chgData name="Giel Cuijpers" userId="6d23da6f-3f22-4cb8-bcf6-20be9f299982" providerId="ADAL" clId="{1FD6E253-DC20-4E51-B424-53C4A8EA3001}" dt="2026-09-30T07:09:06.216" v="2472" actId="1582"/>
          <ac:spMkLst>
            <pc:docMk/>
            <pc:sldMk cId="4036090216" sldId="267"/>
            <ac:spMk id="11" creationId="{792BDF87-31ED-72E4-47C5-83330328FCF1}"/>
          </ac:spMkLst>
        </pc:spChg>
        <pc:spChg chg="add mod">
          <ac:chgData name="Giel Cuijpers" userId="6d23da6f-3f22-4cb8-bcf6-20be9f299982" providerId="ADAL" clId="{1FD6E253-DC20-4E51-B424-53C4A8EA3001}" dt="2026-09-30T07:09:06.253" v="2486" actId="948"/>
          <ac:spMkLst>
            <pc:docMk/>
            <pc:sldMk cId="4036090216" sldId="267"/>
            <ac:spMk id="12" creationId="{89D5CB48-3D69-7416-1AFF-244EFC94BAD1}"/>
          </ac:spMkLst>
        </pc:spChg>
        <pc:spChg chg="add mod">
          <ac:chgData name="Giel Cuijpers" userId="6d23da6f-3f22-4cb8-bcf6-20be9f299982" providerId="ADAL" clId="{1FD6E253-DC20-4E51-B424-53C4A8EA3001}" dt="2026-09-30T07:09:06.280" v="2500" actId="948"/>
          <ac:spMkLst>
            <pc:docMk/>
            <pc:sldMk cId="4036090216" sldId="267"/>
            <ac:spMk id="13" creationId="{FA24B183-4863-CE79-E276-759EAA97A03B}"/>
          </ac:spMkLst>
        </pc:spChg>
        <pc:spChg chg="add mod">
          <ac:chgData name="Giel Cuijpers" userId="6d23da6f-3f22-4cb8-bcf6-20be9f299982" providerId="ADAL" clId="{1FD6E253-DC20-4E51-B424-53C4A8EA3001}" dt="2026-09-30T07:09:06.294" v="2505" actId="1582"/>
          <ac:spMkLst>
            <pc:docMk/>
            <pc:sldMk cId="4036090216" sldId="267"/>
            <ac:spMk id="14" creationId="{4345F438-72E5-595A-EB6E-998748578D9D}"/>
          </ac:spMkLst>
        </pc:spChg>
        <pc:spChg chg="add mod">
          <ac:chgData name="Giel Cuijpers" userId="6d23da6f-3f22-4cb8-bcf6-20be9f299982" providerId="ADAL" clId="{1FD6E253-DC20-4E51-B424-53C4A8EA3001}" dt="2026-09-30T07:09:06.319" v="2519" actId="948"/>
          <ac:spMkLst>
            <pc:docMk/>
            <pc:sldMk cId="4036090216" sldId="267"/>
            <ac:spMk id="15" creationId="{D78A943E-3226-FE1F-BDD9-0DFCEA598216}"/>
          </ac:spMkLst>
        </pc:spChg>
        <pc:spChg chg="add mod">
          <ac:chgData name="Giel Cuijpers" userId="6d23da6f-3f22-4cb8-bcf6-20be9f299982" providerId="ADAL" clId="{1FD6E253-DC20-4E51-B424-53C4A8EA3001}" dt="2026-09-30T07:09:06.351" v="2533" actId="948"/>
          <ac:spMkLst>
            <pc:docMk/>
            <pc:sldMk cId="4036090216" sldId="267"/>
            <ac:spMk id="16" creationId="{D18C364E-3F4A-E8B2-3963-18882C150CFC}"/>
          </ac:spMkLst>
        </pc:spChg>
        <pc:spChg chg="add mod">
          <ac:chgData name="Giel Cuijpers" userId="6d23da6f-3f22-4cb8-bcf6-20be9f299982" providerId="ADAL" clId="{1FD6E253-DC20-4E51-B424-53C4A8EA3001}" dt="2026-09-30T07:09:06.361" v="2538" actId="1582"/>
          <ac:spMkLst>
            <pc:docMk/>
            <pc:sldMk cId="4036090216" sldId="267"/>
            <ac:spMk id="17" creationId="{A1663C44-6F3C-278F-4D2E-5F435F60719C}"/>
          </ac:spMkLst>
        </pc:spChg>
        <pc:spChg chg="add mod">
          <ac:chgData name="Giel Cuijpers" userId="6d23da6f-3f22-4cb8-bcf6-20be9f299982" providerId="ADAL" clId="{1FD6E253-DC20-4E51-B424-53C4A8EA3001}" dt="2026-09-30T07:09:06.404" v="2552" actId="948"/>
          <ac:spMkLst>
            <pc:docMk/>
            <pc:sldMk cId="4036090216" sldId="267"/>
            <ac:spMk id="18" creationId="{6219248F-65DE-2359-7594-4B2EF70E9EC1}"/>
          </ac:spMkLst>
        </pc:spChg>
        <pc:spChg chg="add mod">
          <ac:chgData name="Giel Cuijpers" userId="6d23da6f-3f22-4cb8-bcf6-20be9f299982" providerId="ADAL" clId="{1FD6E253-DC20-4E51-B424-53C4A8EA3001}" dt="2026-09-30T07:09:06.436" v="2566" actId="948"/>
          <ac:spMkLst>
            <pc:docMk/>
            <pc:sldMk cId="4036090216" sldId="267"/>
            <ac:spMk id="19" creationId="{7D554216-56FF-39D4-C391-12B0435FE70A}"/>
          </ac:spMkLst>
        </pc:spChg>
        <pc:spChg chg="add mod">
          <ac:chgData name="Giel Cuijpers" userId="6d23da6f-3f22-4cb8-bcf6-20be9f299982" providerId="ADAL" clId="{1FD6E253-DC20-4E51-B424-53C4A8EA3001}" dt="2026-09-30T07:09:06.452" v="2571" actId="1582"/>
          <ac:spMkLst>
            <pc:docMk/>
            <pc:sldMk cId="4036090216" sldId="267"/>
            <ac:spMk id="20" creationId="{27C8DFE6-656E-1787-A348-2A398F6C97E3}"/>
          </ac:spMkLst>
        </pc:spChg>
        <pc:spChg chg="add mod">
          <ac:chgData name="Giel Cuijpers" userId="6d23da6f-3f22-4cb8-bcf6-20be9f299982" providerId="ADAL" clId="{1FD6E253-DC20-4E51-B424-53C4A8EA3001}" dt="2026-09-30T07:09:06.482" v="2585" actId="948"/>
          <ac:spMkLst>
            <pc:docMk/>
            <pc:sldMk cId="4036090216" sldId="267"/>
            <ac:spMk id="21" creationId="{9FF5772D-00C9-243E-5CA9-5A9486F57632}"/>
          </ac:spMkLst>
        </pc:spChg>
        <pc:spChg chg="add mod">
          <ac:chgData name="Giel Cuijpers" userId="6d23da6f-3f22-4cb8-bcf6-20be9f299982" providerId="ADAL" clId="{1FD6E253-DC20-4E51-B424-53C4A8EA3001}" dt="2026-09-30T07:09:06.513" v="2599" actId="948"/>
          <ac:spMkLst>
            <pc:docMk/>
            <pc:sldMk cId="4036090216" sldId="267"/>
            <ac:spMk id="22" creationId="{B39A3A26-C7E9-EC1C-6DC8-D8B6F7BB22B6}"/>
          </ac:spMkLst>
        </pc:spChg>
        <pc:spChg chg="add mod">
          <ac:chgData name="Giel Cuijpers" userId="6d23da6f-3f22-4cb8-bcf6-20be9f299982" providerId="ADAL" clId="{1FD6E253-DC20-4E51-B424-53C4A8EA3001}" dt="2026-09-30T07:09:06.528" v="2604" actId="1582"/>
          <ac:spMkLst>
            <pc:docMk/>
            <pc:sldMk cId="4036090216" sldId="267"/>
            <ac:spMk id="23" creationId="{8991D27E-DD09-AD0F-4FDB-2D019CCA1148}"/>
          </ac:spMkLst>
        </pc:spChg>
        <pc:spChg chg="add mod">
          <ac:chgData name="Giel Cuijpers" userId="6d23da6f-3f22-4cb8-bcf6-20be9f299982" providerId="ADAL" clId="{1FD6E253-DC20-4E51-B424-53C4A8EA3001}" dt="2026-09-30T07:09:06.560" v="2618" actId="948"/>
          <ac:spMkLst>
            <pc:docMk/>
            <pc:sldMk cId="4036090216" sldId="267"/>
            <ac:spMk id="24" creationId="{FA5CE8EC-E091-258C-3D48-1EB06552CCFD}"/>
          </ac:spMkLst>
        </pc:spChg>
        <pc:spChg chg="add mod">
          <ac:chgData name="Giel Cuijpers" userId="6d23da6f-3f22-4cb8-bcf6-20be9f299982" providerId="ADAL" clId="{1FD6E253-DC20-4E51-B424-53C4A8EA3001}" dt="2026-09-30T07:09:06.593" v="2632" actId="948"/>
          <ac:spMkLst>
            <pc:docMk/>
            <pc:sldMk cId="4036090216" sldId="267"/>
            <ac:spMk id="25" creationId="{0AAE7F7A-5178-2E21-2D60-41243FBE5A2E}"/>
          </ac:spMkLst>
        </pc:spChg>
        <pc:spChg chg="add mod">
          <ac:chgData name="Giel Cuijpers" userId="6d23da6f-3f22-4cb8-bcf6-20be9f299982" providerId="ADAL" clId="{1FD6E253-DC20-4E51-B424-53C4A8EA3001}" dt="2026-09-30T07:09:06.611" v="2637" actId="1582"/>
          <ac:spMkLst>
            <pc:docMk/>
            <pc:sldMk cId="4036090216" sldId="267"/>
            <ac:spMk id="26" creationId="{5F163982-2BC0-3277-93CF-BA67A11F59D7}"/>
          </ac:spMkLst>
        </pc:spChg>
        <pc:spChg chg="add mod">
          <ac:chgData name="Giel Cuijpers" userId="6d23da6f-3f22-4cb8-bcf6-20be9f299982" providerId="ADAL" clId="{1FD6E253-DC20-4E51-B424-53C4A8EA3001}" dt="2026-09-30T07:09:06.656" v="2651" actId="948"/>
          <ac:spMkLst>
            <pc:docMk/>
            <pc:sldMk cId="4036090216" sldId="267"/>
            <ac:spMk id="27" creationId="{D1B17D1D-9B24-6679-CD3A-9B7188953EBB}"/>
          </ac:spMkLst>
        </pc:spChg>
        <pc:spChg chg="add mod">
          <ac:chgData name="Giel Cuijpers" userId="6d23da6f-3f22-4cb8-bcf6-20be9f299982" providerId="ADAL" clId="{1FD6E253-DC20-4E51-B424-53C4A8EA3001}" dt="2026-09-30T07:09:06.687" v="2665" actId="948"/>
          <ac:spMkLst>
            <pc:docMk/>
            <pc:sldMk cId="4036090216" sldId="267"/>
            <ac:spMk id="28" creationId="{C0A2A630-29AD-2123-0030-7B0F6F6857BF}"/>
          </ac:spMkLst>
        </pc:spChg>
        <pc:spChg chg="add mod">
          <ac:chgData name="Giel Cuijpers" userId="6d23da6f-3f22-4cb8-bcf6-20be9f299982" providerId="ADAL" clId="{1FD6E253-DC20-4E51-B424-53C4A8EA3001}" dt="2026-09-30T07:09:06.707" v="2670" actId="1582"/>
          <ac:spMkLst>
            <pc:docMk/>
            <pc:sldMk cId="4036090216" sldId="267"/>
            <ac:spMk id="29" creationId="{326D1843-8BC8-3A43-18FD-3D34237D64DB}"/>
          </ac:spMkLst>
        </pc:spChg>
        <pc:spChg chg="add mod">
          <ac:chgData name="Giel Cuijpers" userId="6d23da6f-3f22-4cb8-bcf6-20be9f299982" providerId="ADAL" clId="{1FD6E253-DC20-4E51-B424-53C4A8EA3001}" dt="2026-09-30T07:09:06.738" v="2684" actId="948"/>
          <ac:spMkLst>
            <pc:docMk/>
            <pc:sldMk cId="4036090216" sldId="267"/>
            <ac:spMk id="30" creationId="{C86B588B-1283-2B98-F6BF-A0CB14AEAE31}"/>
          </ac:spMkLst>
        </pc:spChg>
        <pc:spChg chg="add mod">
          <ac:chgData name="Giel Cuijpers" userId="6d23da6f-3f22-4cb8-bcf6-20be9f299982" providerId="ADAL" clId="{1FD6E253-DC20-4E51-B424-53C4A8EA3001}" dt="2026-09-30T07:09:06.783" v="2698" actId="948"/>
          <ac:spMkLst>
            <pc:docMk/>
            <pc:sldMk cId="4036090216" sldId="267"/>
            <ac:spMk id="31" creationId="{F25BDD2E-3803-EA45-BF4D-2A27955FFBA9}"/>
          </ac:spMkLst>
        </pc:spChg>
        <pc:spChg chg="add mod">
          <ac:chgData name="Giel Cuijpers" userId="6d23da6f-3f22-4cb8-bcf6-20be9f299982" providerId="ADAL" clId="{1FD6E253-DC20-4E51-B424-53C4A8EA3001}" dt="2026-09-30T07:09:06.800" v="2703" actId="1582"/>
          <ac:spMkLst>
            <pc:docMk/>
            <pc:sldMk cId="4036090216" sldId="267"/>
            <ac:spMk id="32" creationId="{73492B63-780B-0620-92DD-E5CF5F32E491}"/>
          </ac:spMkLst>
        </pc:spChg>
        <pc:spChg chg="add mod">
          <ac:chgData name="Giel Cuijpers" userId="6d23da6f-3f22-4cb8-bcf6-20be9f299982" providerId="ADAL" clId="{1FD6E253-DC20-4E51-B424-53C4A8EA3001}" dt="2026-09-30T07:09:06.835" v="2717" actId="948"/>
          <ac:spMkLst>
            <pc:docMk/>
            <pc:sldMk cId="4036090216" sldId="267"/>
            <ac:spMk id="33" creationId="{2DD275F3-40D6-E289-B01A-51F627D1E37C}"/>
          </ac:spMkLst>
        </pc:spChg>
        <pc:spChg chg="add mod">
          <ac:chgData name="Giel Cuijpers" userId="6d23da6f-3f22-4cb8-bcf6-20be9f299982" providerId="ADAL" clId="{1FD6E253-DC20-4E51-B424-53C4A8EA3001}" dt="2026-09-30T07:09:06.877" v="2734" actId="948"/>
          <ac:spMkLst>
            <pc:docMk/>
            <pc:sldMk cId="4036090216" sldId="267"/>
            <ac:spMk id="35" creationId="{C5E6072B-2183-8FB2-D55D-26F06695B906}"/>
          </ac:spMkLst>
        </pc:spChg>
        <pc:cxnChg chg="add mod">
          <ac:chgData name="Giel Cuijpers" userId="6d23da6f-3f22-4cb8-bcf6-20be9f299982" providerId="ADAL" clId="{1FD6E253-DC20-4E51-B424-53C4A8EA3001}" dt="2026-09-30T07:09:06.154" v="2433" actId="1582"/>
          <ac:cxnSpMkLst>
            <pc:docMk/>
            <pc:sldMk cId="4036090216" sldId="267"/>
            <ac:cxnSpMk id="6" creationId="{5518B6F3-6FA6-DF95-6D6F-E4725F42C47C}"/>
          </ac:cxnSpMkLst>
        </pc:cxnChg>
        <pc:cxnChg chg="add mod">
          <ac:chgData name="Giel Cuijpers" userId="6d23da6f-3f22-4cb8-bcf6-20be9f299982" providerId="ADAL" clId="{1FD6E253-DC20-4E51-B424-53C4A8EA3001}" dt="2026-09-30T07:09:06.179" v="2450" actId="1582"/>
          <ac:cxnSpMkLst>
            <pc:docMk/>
            <pc:sldMk cId="4036090216" sldId="267"/>
            <ac:cxnSpMk id="8" creationId="{D8D0A824-47B8-BA09-C0B7-D07DB2187488}"/>
          </ac:cxnSpMkLst>
        </pc:cxnChg>
        <pc:cxnChg chg="add mod">
          <ac:chgData name="Giel Cuijpers" userId="6d23da6f-3f22-4cb8-bcf6-20be9f299982" providerId="ADAL" clId="{1FD6E253-DC20-4E51-B424-53C4A8EA3001}" dt="2026-09-30T07:09:06.207" v="2467" actId="1582"/>
          <ac:cxnSpMkLst>
            <pc:docMk/>
            <pc:sldMk cId="4036090216" sldId="267"/>
            <ac:cxnSpMk id="10" creationId="{C63591D5-2398-5D59-9C0D-57795E972874}"/>
          </ac:cxnSpMkLst>
        </pc:cxnChg>
        <pc:cxnChg chg="add mod">
          <ac:chgData name="Giel Cuijpers" userId="6d23da6f-3f22-4cb8-bcf6-20be9f299982" providerId="ADAL" clId="{1FD6E253-DC20-4E51-B424-53C4A8EA3001}" dt="2026-09-30T07:09:06.846" v="2720" actId="1582"/>
          <ac:cxnSpMkLst>
            <pc:docMk/>
            <pc:sldMk cId="4036090216" sldId="267"/>
            <ac:cxnSpMk id="34" creationId="{4E913513-ECB4-EFB0-6DB3-77749167596E}"/>
          </ac:cxnSpMkLst>
        </pc:cxnChg>
      </pc:sldChg>
      <pc:sldMasterChg chg="setBg modSldLayout">
        <pc:chgData name="Giel Cuijpers" userId="6d23da6f-3f22-4cb8-bcf6-20be9f299982" providerId="ADAL" clId="{1FD6E253-DC20-4E51-B424-53C4A8EA3001}" dt="2026-09-30T07:11:03.584" v="2743"/>
        <pc:sldMasterMkLst>
          <pc:docMk/>
          <pc:sldMasterMk cId="0" sldId="2147483648"/>
        </pc:sldMasterMkLst>
        <pc:sldLayoutChg chg="setBg">
          <pc:chgData name="Giel Cuijpers" userId="6d23da6f-3f22-4cb8-bcf6-20be9f299982" providerId="ADAL" clId="{1FD6E253-DC20-4E51-B424-53C4A8EA3001}" dt="2026-09-30T07:11:03.584" v="2743"/>
          <pc:sldLayoutMkLst>
            <pc:docMk/>
            <pc:sldMasterMk cId="0" sldId="2147483648"/>
            <pc:sldLayoutMk cId="0" sldId="2147483649"/>
          </pc:sldLayoutMkLst>
        </pc:sldLayoutChg>
        <pc:sldLayoutChg chg="setBg">
          <pc:chgData name="Giel Cuijpers" userId="6d23da6f-3f22-4cb8-bcf6-20be9f299982" providerId="ADAL" clId="{1FD6E253-DC20-4E51-B424-53C4A8EA3001}" dt="2026-09-30T07:11:03.584" v="2743"/>
          <pc:sldLayoutMkLst>
            <pc:docMk/>
            <pc:sldMasterMk cId="0" sldId="2147483648"/>
            <pc:sldLayoutMk cId="2239661682"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30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6616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F8"/>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C2A573-ABCA-484B-4ED1-7F2FB3CA656A}"/>
              </a:ext>
            </a:extLst>
          </p:cNvPr>
          <p:cNvSpPr txBox="1"/>
          <p:nvPr/>
        </p:nvSpPr>
        <p:spPr>
          <a:xfrm>
            <a:off x="840740" y="254000"/>
            <a:ext cx="10668000" cy="276999"/>
          </a:xfrm>
          <a:prstGeom prst="rect">
            <a:avLst/>
          </a:prstGeom>
          <a:noFill/>
        </p:spPr>
        <p:txBody>
          <a:bodyPr vert="horz" wrap="square" lIns="0" tIns="0" rIns="0" bIns="0" rtlCol="0">
            <a:noAutofit/>
          </a:bodyPr>
          <a:lstStyle/>
          <a:p>
            <a:r>
              <a:rPr lang="en-US" sz="900" b="1">
                <a:solidFill>
                  <a:srgbClr val="703DB2"/>
                </a:solidFill>
                <a:latin typeface="Segoe UI" panose="020B0502040204020203" pitchFamily="34" charset="0"/>
              </a:rPr>
              <a:t>AGENTIC PARTNER ECONOMICS  |  CAIP + AIBS</a:t>
            </a:r>
            <a:endParaRPr lang="en-NL" sz="900" b="1">
              <a:solidFill>
                <a:srgbClr val="703DB2"/>
              </a:solidFill>
              <a:latin typeface="Segoe UI" panose="020B0502040204020203" pitchFamily="34" charset="0"/>
            </a:endParaRPr>
          </a:p>
        </p:txBody>
      </p:sp>
      <p:sp>
        <p:nvSpPr>
          <p:cNvPr id="3" name="TextBox 2">
            <a:extLst>
              <a:ext uri="{FF2B5EF4-FFF2-40B4-BE49-F238E27FC236}">
                <a16:creationId xmlns:a16="http://schemas.microsoft.com/office/drawing/2014/main" id="{EEDED994-5FD3-F393-D299-C68A3E31571C}"/>
              </a:ext>
            </a:extLst>
          </p:cNvPr>
          <p:cNvSpPr txBox="1"/>
          <p:nvPr/>
        </p:nvSpPr>
        <p:spPr>
          <a:xfrm>
            <a:off x="668020" y="533400"/>
            <a:ext cx="10881360" cy="276999"/>
          </a:xfrm>
          <a:prstGeom prst="rect">
            <a:avLst/>
          </a:prstGeom>
          <a:noFill/>
        </p:spPr>
        <p:txBody>
          <a:bodyPr vert="horz" wrap="square" lIns="0" tIns="0" rIns="0" bIns="0" rtlCol="0">
            <a:noAutofit/>
          </a:bodyPr>
          <a:lstStyle/>
          <a:p>
            <a:r>
              <a:rPr lang="en-US" sz="2600" b="1">
                <a:solidFill>
                  <a:srgbClr val="272334"/>
                </a:solidFill>
                <a:latin typeface="Segoe UI" panose="020B0502040204020203" pitchFamily="34" charset="0"/>
              </a:rPr>
              <a:t>Cost-plus billing breaks when agents take hours out.</a:t>
            </a:r>
            <a:endParaRPr lang="en-NL" sz="2600" b="1">
              <a:solidFill>
                <a:srgbClr val="272334"/>
              </a:solidFill>
              <a:latin typeface="Segoe UI" panose="020B0502040204020203" pitchFamily="34" charset="0"/>
            </a:endParaRPr>
          </a:p>
        </p:txBody>
      </p:sp>
      <p:sp>
        <p:nvSpPr>
          <p:cNvPr id="4" name="TextBox 3">
            <a:extLst>
              <a:ext uri="{FF2B5EF4-FFF2-40B4-BE49-F238E27FC236}">
                <a16:creationId xmlns:a16="http://schemas.microsoft.com/office/drawing/2014/main" id="{72BC213D-5828-A98D-FFC5-E8398417AA7C}"/>
              </a:ext>
            </a:extLst>
          </p:cNvPr>
          <p:cNvSpPr txBox="1"/>
          <p:nvPr/>
        </p:nvSpPr>
        <p:spPr>
          <a:xfrm>
            <a:off x="685800" y="1117600"/>
            <a:ext cx="10789920" cy="276999"/>
          </a:xfrm>
          <a:prstGeom prst="rect">
            <a:avLst/>
          </a:prstGeom>
          <a:noFill/>
        </p:spPr>
        <p:txBody>
          <a:bodyPr vert="horz" wrap="square" lIns="0" tIns="0" rIns="0" bIns="0" rtlCol="0">
            <a:noAutofit/>
          </a:bodyPr>
          <a:lstStyle/>
          <a:p>
            <a:r>
              <a:rPr lang="en-US" sz="1150">
                <a:solidFill>
                  <a:srgbClr val="625D6E"/>
                </a:solidFill>
                <a:latin typeface="Segoe UI" panose="020B0502040204020203" pitchFamily="34" charset="0"/>
              </a:rPr>
              <a:t>We charge for hours. Agents collapse the hours. We need pricing models that capture some of the value we create, not just the time we burn.</a:t>
            </a:r>
            <a:endParaRPr lang="en-NL" sz="1150">
              <a:solidFill>
                <a:srgbClr val="625D6E"/>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56A4EBD1-3911-C568-E123-7F150774B380}"/>
              </a:ext>
            </a:extLst>
          </p:cNvPr>
          <p:cNvSpPr/>
          <p:nvPr/>
        </p:nvSpPr>
        <p:spPr>
          <a:xfrm>
            <a:off x="685800" y="1816100"/>
            <a:ext cx="6807200" cy="6985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Oval 5">
            <a:extLst>
              <a:ext uri="{FF2B5EF4-FFF2-40B4-BE49-F238E27FC236}">
                <a16:creationId xmlns:a16="http://schemas.microsoft.com/office/drawing/2014/main" id="{B97EF411-1CE8-9B67-EEDB-E2AFEEFF682C}"/>
              </a:ext>
            </a:extLst>
          </p:cNvPr>
          <p:cNvSpPr/>
          <p:nvPr/>
        </p:nvSpPr>
        <p:spPr>
          <a:xfrm>
            <a:off x="863600" y="19939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1</a:t>
            </a:r>
          </a:p>
        </p:txBody>
      </p:sp>
      <p:sp>
        <p:nvSpPr>
          <p:cNvPr id="7" name="TextBox 6">
            <a:extLst>
              <a:ext uri="{FF2B5EF4-FFF2-40B4-BE49-F238E27FC236}">
                <a16:creationId xmlns:a16="http://schemas.microsoft.com/office/drawing/2014/main" id="{F7B5F54E-04B3-7E5A-ADC3-EA5772AF7060}"/>
              </a:ext>
            </a:extLst>
          </p:cNvPr>
          <p:cNvSpPr txBox="1"/>
          <p:nvPr/>
        </p:nvSpPr>
        <p:spPr>
          <a:xfrm>
            <a:off x="1346200" y="1930400"/>
            <a:ext cx="58928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Fixed fee / milestone</a:t>
            </a:r>
            <a:endParaRPr lang="en-NL" sz="1200" b="1">
              <a:solidFill>
                <a:srgbClr val="272334"/>
              </a:solidFill>
              <a:latin typeface="Segoe UI" panose="020B0502040204020203" pitchFamily="34" charset="0"/>
            </a:endParaRPr>
          </a:p>
        </p:txBody>
      </p:sp>
      <p:sp>
        <p:nvSpPr>
          <p:cNvPr id="8" name="TextBox 7">
            <a:extLst>
              <a:ext uri="{FF2B5EF4-FFF2-40B4-BE49-F238E27FC236}">
                <a16:creationId xmlns:a16="http://schemas.microsoft.com/office/drawing/2014/main" id="{667537B7-3BF3-AF14-FE9A-4BA71F50FB66}"/>
              </a:ext>
            </a:extLst>
          </p:cNvPr>
          <p:cNvSpPr txBox="1"/>
          <p:nvPr/>
        </p:nvSpPr>
        <p:spPr>
          <a:xfrm>
            <a:off x="1346200" y="2184400"/>
            <a:ext cx="5892800" cy="276999"/>
          </a:xfrm>
          <a:prstGeom prst="rect">
            <a:avLst/>
          </a:prstGeom>
          <a:noFill/>
        </p:spPr>
        <p:txBody>
          <a:bodyPr vert="horz" wrap="square" lIns="0" tIns="0" rIns="0" bIns="0" rtlCol="0">
            <a:noAutofit/>
          </a:bodyPr>
          <a:lstStyle/>
          <a:p>
            <a:r>
              <a:rPr lang="en-US" sz="870">
                <a:solidFill>
                  <a:srgbClr val="625D6E"/>
                </a:solidFill>
                <a:latin typeface="Segoe UI" panose="020B0502040204020203" pitchFamily="34" charset="0"/>
              </a:rPr>
              <a:t>Phase sign-off, go-live. Today's default. CFOs and procurement still want this for Discovery and Build.</a:t>
            </a:r>
            <a:endParaRPr lang="en-NL" sz="870">
              <a:solidFill>
                <a:srgbClr val="625D6E"/>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DB9B2496-3B03-F608-FE69-16264E80C987}"/>
              </a:ext>
            </a:extLst>
          </p:cNvPr>
          <p:cNvSpPr/>
          <p:nvPr/>
        </p:nvSpPr>
        <p:spPr>
          <a:xfrm>
            <a:off x="685800" y="2603500"/>
            <a:ext cx="6807200" cy="6985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Oval 9">
            <a:extLst>
              <a:ext uri="{FF2B5EF4-FFF2-40B4-BE49-F238E27FC236}">
                <a16:creationId xmlns:a16="http://schemas.microsoft.com/office/drawing/2014/main" id="{36AA6344-E6C7-8E7F-0C6E-171085E91D0D}"/>
              </a:ext>
            </a:extLst>
          </p:cNvPr>
          <p:cNvSpPr/>
          <p:nvPr/>
        </p:nvSpPr>
        <p:spPr>
          <a:xfrm>
            <a:off x="863600" y="27813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2</a:t>
            </a:r>
          </a:p>
        </p:txBody>
      </p:sp>
      <p:sp>
        <p:nvSpPr>
          <p:cNvPr id="11" name="TextBox 10">
            <a:extLst>
              <a:ext uri="{FF2B5EF4-FFF2-40B4-BE49-F238E27FC236}">
                <a16:creationId xmlns:a16="http://schemas.microsoft.com/office/drawing/2014/main" id="{B81DC032-D69F-401F-BC80-69DF1D0640B4}"/>
              </a:ext>
            </a:extLst>
          </p:cNvPr>
          <p:cNvSpPr txBox="1"/>
          <p:nvPr/>
        </p:nvSpPr>
        <p:spPr>
          <a:xfrm>
            <a:off x="1346200" y="2717800"/>
            <a:ext cx="58928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Fixed plus gain-share</a:t>
            </a:r>
            <a:endParaRPr lang="en-NL" sz="1200" b="1">
              <a:solidFill>
                <a:srgbClr val="272334"/>
              </a:solidFill>
              <a:latin typeface="Segoe UI" panose="020B0502040204020203" pitchFamily="34" charset="0"/>
            </a:endParaRPr>
          </a:p>
        </p:txBody>
      </p:sp>
      <p:sp>
        <p:nvSpPr>
          <p:cNvPr id="12" name="TextBox 11">
            <a:extLst>
              <a:ext uri="{FF2B5EF4-FFF2-40B4-BE49-F238E27FC236}">
                <a16:creationId xmlns:a16="http://schemas.microsoft.com/office/drawing/2014/main" id="{06502869-F40A-ADAC-DE54-F30CDF598E0F}"/>
              </a:ext>
            </a:extLst>
          </p:cNvPr>
          <p:cNvSpPr txBox="1"/>
          <p:nvPr/>
        </p:nvSpPr>
        <p:spPr>
          <a:xfrm>
            <a:off x="1346200" y="2971800"/>
            <a:ext cx="5892800" cy="276999"/>
          </a:xfrm>
          <a:prstGeom prst="rect">
            <a:avLst/>
          </a:prstGeom>
          <a:noFill/>
        </p:spPr>
        <p:txBody>
          <a:bodyPr vert="horz" wrap="square" lIns="0" tIns="0" rIns="0" bIns="0" rtlCol="0">
            <a:noAutofit/>
          </a:bodyPr>
          <a:lstStyle/>
          <a:p>
            <a:r>
              <a:rPr lang="en-US" sz="870">
                <a:solidFill>
                  <a:srgbClr val="625D6E"/>
                </a:solidFill>
                <a:latin typeface="Segoe UI" panose="020B0502040204020203" pitchFamily="34" charset="0"/>
              </a:rPr>
              <a:t>% productivity uplift, cost-to-serve reduction. Risk and reward shared on a specific KPI. Works where there is a baseline.</a:t>
            </a:r>
            <a:endParaRPr lang="en-NL" sz="870">
              <a:solidFill>
                <a:srgbClr val="625D6E"/>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24764DE8-47A2-62C9-BF47-0A01A5E3F24B}"/>
              </a:ext>
            </a:extLst>
          </p:cNvPr>
          <p:cNvSpPr/>
          <p:nvPr/>
        </p:nvSpPr>
        <p:spPr>
          <a:xfrm>
            <a:off x="685800" y="3390900"/>
            <a:ext cx="6807200" cy="6985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Oval 13">
            <a:extLst>
              <a:ext uri="{FF2B5EF4-FFF2-40B4-BE49-F238E27FC236}">
                <a16:creationId xmlns:a16="http://schemas.microsoft.com/office/drawing/2014/main" id="{EEE746BD-F29C-DA3F-9B11-5B399E3573E6}"/>
              </a:ext>
            </a:extLst>
          </p:cNvPr>
          <p:cNvSpPr/>
          <p:nvPr/>
        </p:nvSpPr>
        <p:spPr>
          <a:xfrm>
            <a:off x="863600" y="35687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3</a:t>
            </a:r>
          </a:p>
        </p:txBody>
      </p:sp>
      <p:sp>
        <p:nvSpPr>
          <p:cNvPr id="15" name="TextBox 14">
            <a:extLst>
              <a:ext uri="{FF2B5EF4-FFF2-40B4-BE49-F238E27FC236}">
                <a16:creationId xmlns:a16="http://schemas.microsoft.com/office/drawing/2014/main" id="{8EA805D8-CFEC-16F3-047C-03D86B9346DD}"/>
              </a:ext>
            </a:extLst>
          </p:cNvPr>
          <p:cNvSpPr txBox="1"/>
          <p:nvPr/>
        </p:nvSpPr>
        <p:spPr>
          <a:xfrm>
            <a:off x="1346200" y="3505200"/>
            <a:ext cx="58928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Subscription</a:t>
            </a:r>
            <a:endParaRPr lang="en-NL" sz="1200" b="1">
              <a:solidFill>
                <a:srgbClr val="272334"/>
              </a:solidFill>
              <a:latin typeface="Segoe UI" panose="020B0502040204020203" pitchFamily="34" charset="0"/>
            </a:endParaRPr>
          </a:p>
        </p:txBody>
      </p:sp>
      <p:sp>
        <p:nvSpPr>
          <p:cNvPr id="16" name="TextBox 15">
            <a:extLst>
              <a:ext uri="{FF2B5EF4-FFF2-40B4-BE49-F238E27FC236}">
                <a16:creationId xmlns:a16="http://schemas.microsoft.com/office/drawing/2014/main" id="{365131C3-8E0F-3686-86F9-C11B1CA63489}"/>
              </a:ext>
            </a:extLst>
          </p:cNvPr>
          <p:cNvSpPr txBox="1"/>
          <p:nvPr/>
        </p:nvSpPr>
        <p:spPr>
          <a:xfrm>
            <a:off x="1346200" y="3759200"/>
            <a:ext cx="5892800" cy="276999"/>
          </a:xfrm>
          <a:prstGeom prst="rect">
            <a:avLst/>
          </a:prstGeom>
          <a:noFill/>
        </p:spPr>
        <p:txBody>
          <a:bodyPr vert="horz" wrap="square" lIns="0" tIns="0" rIns="0" bIns="0" rtlCol="0">
            <a:noAutofit/>
          </a:bodyPr>
          <a:lstStyle/>
          <a:p>
            <a:r>
              <a:rPr lang="en-US" sz="870">
                <a:solidFill>
                  <a:srgbClr val="625D6E"/>
                </a:solidFill>
                <a:latin typeface="Segoe UI" panose="020B0502040204020203" pitchFamily="34" charset="0"/>
              </a:rPr>
              <a:t>Per agent, per user, per pod / month. Replaces the day-rate AMS envelope.</a:t>
            </a:r>
            <a:endParaRPr lang="en-NL" sz="870">
              <a:solidFill>
                <a:srgbClr val="625D6E"/>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E9C6464C-7A46-B757-CFCA-8FE0F7425354}"/>
              </a:ext>
            </a:extLst>
          </p:cNvPr>
          <p:cNvSpPr/>
          <p:nvPr/>
        </p:nvSpPr>
        <p:spPr>
          <a:xfrm>
            <a:off x="685800" y="4178300"/>
            <a:ext cx="6807200" cy="6985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Oval 17">
            <a:extLst>
              <a:ext uri="{FF2B5EF4-FFF2-40B4-BE49-F238E27FC236}">
                <a16:creationId xmlns:a16="http://schemas.microsoft.com/office/drawing/2014/main" id="{B5D4733A-E2FC-DEDB-D9E9-1C4636A57B77}"/>
              </a:ext>
            </a:extLst>
          </p:cNvPr>
          <p:cNvSpPr/>
          <p:nvPr/>
        </p:nvSpPr>
        <p:spPr>
          <a:xfrm>
            <a:off x="863600" y="43561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4</a:t>
            </a:r>
          </a:p>
        </p:txBody>
      </p:sp>
      <p:sp>
        <p:nvSpPr>
          <p:cNvPr id="19" name="TextBox 18">
            <a:extLst>
              <a:ext uri="{FF2B5EF4-FFF2-40B4-BE49-F238E27FC236}">
                <a16:creationId xmlns:a16="http://schemas.microsoft.com/office/drawing/2014/main" id="{BBDBD2AD-62E2-667B-0E51-58C03A23CEE2}"/>
              </a:ext>
            </a:extLst>
          </p:cNvPr>
          <p:cNvSpPr txBox="1"/>
          <p:nvPr/>
        </p:nvSpPr>
        <p:spPr>
          <a:xfrm>
            <a:off x="1346200" y="4292600"/>
            <a:ext cx="58928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Output / usage</a:t>
            </a:r>
            <a:endParaRPr lang="en-NL" sz="1200" b="1">
              <a:solidFill>
                <a:srgbClr val="272334"/>
              </a:solidFill>
              <a:latin typeface="Segoe UI" panose="020B0502040204020203" pitchFamily="34" charset="0"/>
            </a:endParaRPr>
          </a:p>
        </p:txBody>
      </p:sp>
      <p:sp>
        <p:nvSpPr>
          <p:cNvPr id="20" name="TextBox 19">
            <a:extLst>
              <a:ext uri="{FF2B5EF4-FFF2-40B4-BE49-F238E27FC236}">
                <a16:creationId xmlns:a16="http://schemas.microsoft.com/office/drawing/2014/main" id="{3CFD93BF-AD70-1BCA-F464-3F0A53B44D8F}"/>
              </a:ext>
            </a:extLst>
          </p:cNvPr>
          <p:cNvSpPr txBox="1"/>
          <p:nvPr/>
        </p:nvSpPr>
        <p:spPr>
          <a:xfrm>
            <a:off x="1346200" y="4546600"/>
            <a:ext cx="5892800" cy="276999"/>
          </a:xfrm>
          <a:prstGeom prst="rect">
            <a:avLst/>
          </a:prstGeom>
          <a:noFill/>
        </p:spPr>
        <p:txBody>
          <a:bodyPr vert="horz" wrap="square" lIns="0" tIns="0" rIns="0" bIns="0" rtlCol="0">
            <a:noAutofit/>
          </a:bodyPr>
          <a:lstStyle/>
          <a:p>
            <a:r>
              <a:rPr lang="en-US" sz="870">
                <a:solidFill>
                  <a:srgbClr val="625D6E"/>
                </a:solidFill>
                <a:latin typeface="Segoe UI" panose="020B0502040204020203" pitchFamily="34" charset="0"/>
              </a:rPr>
              <a:t>Per task, per conversation, per document. Meter agent output at the unit of work.</a:t>
            </a:r>
            <a:endParaRPr lang="en-NL" sz="870">
              <a:solidFill>
                <a:srgbClr val="625D6E"/>
              </a:solidFill>
              <a:latin typeface="Segoe UI" panose="020B0502040204020203" pitchFamily="34" charset="0"/>
            </a:endParaRPr>
          </a:p>
        </p:txBody>
      </p:sp>
      <p:sp>
        <p:nvSpPr>
          <p:cNvPr id="21" name="Rectangle: Rounded Corners 20">
            <a:extLst>
              <a:ext uri="{FF2B5EF4-FFF2-40B4-BE49-F238E27FC236}">
                <a16:creationId xmlns:a16="http://schemas.microsoft.com/office/drawing/2014/main" id="{64C10112-B5F7-4696-429D-26676695C7E3}"/>
              </a:ext>
            </a:extLst>
          </p:cNvPr>
          <p:cNvSpPr/>
          <p:nvPr/>
        </p:nvSpPr>
        <p:spPr>
          <a:xfrm>
            <a:off x="685800" y="4965700"/>
            <a:ext cx="6807200" cy="6985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5829AD28-AA5D-B6D8-6622-6B7DAE1C35CE}"/>
              </a:ext>
            </a:extLst>
          </p:cNvPr>
          <p:cNvSpPr/>
          <p:nvPr/>
        </p:nvSpPr>
        <p:spPr>
          <a:xfrm>
            <a:off x="863600" y="51435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5</a:t>
            </a:r>
          </a:p>
        </p:txBody>
      </p:sp>
      <p:sp>
        <p:nvSpPr>
          <p:cNvPr id="23" name="TextBox 22">
            <a:extLst>
              <a:ext uri="{FF2B5EF4-FFF2-40B4-BE49-F238E27FC236}">
                <a16:creationId xmlns:a16="http://schemas.microsoft.com/office/drawing/2014/main" id="{88DE985F-750B-A05D-93CB-6B22E1388C2D}"/>
              </a:ext>
            </a:extLst>
          </p:cNvPr>
          <p:cNvSpPr txBox="1"/>
          <p:nvPr/>
        </p:nvSpPr>
        <p:spPr>
          <a:xfrm>
            <a:off x="1346200" y="5080000"/>
            <a:ext cx="58928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Outcome</a:t>
            </a:r>
            <a:endParaRPr lang="en-NL" sz="1200" b="1">
              <a:solidFill>
                <a:srgbClr val="272334"/>
              </a:solidFill>
              <a:latin typeface="Segoe UI" panose="020B0502040204020203" pitchFamily="34" charset="0"/>
            </a:endParaRPr>
          </a:p>
        </p:txBody>
      </p:sp>
      <p:sp>
        <p:nvSpPr>
          <p:cNvPr id="24" name="TextBox 23">
            <a:extLst>
              <a:ext uri="{FF2B5EF4-FFF2-40B4-BE49-F238E27FC236}">
                <a16:creationId xmlns:a16="http://schemas.microsoft.com/office/drawing/2014/main" id="{0D1CA8E0-3F36-285B-66C0-55545490D686}"/>
              </a:ext>
            </a:extLst>
          </p:cNvPr>
          <p:cNvSpPr txBox="1"/>
          <p:nvPr/>
        </p:nvSpPr>
        <p:spPr>
          <a:xfrm>
            <a:off x="1346200" y="5334000"/>
            <a:ext cx="5892800" cy="276999"/>
          </a:xfrm>
          <a:prstGeom prst="rect">
            <a:avLst/>
          </a:prstGeom>
          <a:noFill/>
        </p:spPr>
        <p:txBody>
          <a:bodyPr vert="horz" wrap="square" lIns="0" tIns="0" rIns="0" bIns="0" rtlCol="0">
            <a:noAutofit/>
          </a:bodyPr>
          <a:lstStyle/>
          <a:p>
            <a:r>
              <a:rPr lang="en-US" sz="870">
                <a:solidFill>
                  <a:srgbClr val="625D6E"/>
                </a:solidFill>
                <a:latin typeface="Segoe UI" panose="020B0502040204020203" pitchFamily="34" charset="0"/>
              </a:rPr>
              <a:t>% revenue uplift, cost avoided, resolution rate. Where this is going. Needs a value ledger and telemetry first. Year 2 to 3.</a:t>
            </a:r>
            <a:endParaRPr lang="en-NL" sz="870">
              <a:solidFill>
                <a:srgbClr val="625D6E"/>
              </a:solidFill>
              <a:latin typeface="Segoe UI" panose="020B0502040204020203" pitchFamily="34" charset="0"/>
            </a:endParaRPr>
          </a:p>
        </p:txBody>
      </p:sp>
      <p:sp>
        <p:nvSpPr>
          <p:cNvPr id="25" name="Rectangle: Rounded Corners 24">
            <a:extLst>
              <a:ext uri="{FF2B5EF4-FFF2-40B4-BE49-F238E27FC236}">
                <a16:creationId xmlns:a16="http://schemas.microsoft.com/office/drawing/2014/main" id="{819973BA-6B60-BC23-FCB1-920F622CFE84}"/>
              </a:ext>
            </a:extLst>
          </p:cNvPr>
          <p:cNvSpPr/>
          <p:nvPr/>
        </p:nvSpPr>
        <p:spPr>
          <a:xfrm>
            <a:off x="7696200" y="1816100"/>
            <a:ext cx="3810000" cy="24130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6" name="TextBox 25">
            <a:extLst>
              <a:ext uri="{FF2B5EF4-FFF2-40B4-BE49-F238E27FC236}">
                <a16:creationId xmlns:a16="http://schemas.microsoft.com/office/drawing/2014/main" id="{EF141CDD-07BF-3CD0-8434-19BF24254D39}"/>
              </a:ext>
            </a:extLst>
          </p:cNvPr>
          <p:cNvSpPr txBox="1"/>
          <p:nvPr/>
        </p:nvSpPr>
        <p:spPr>
          <a:xfrm>
            <a:off x="7924800" y="2006600"/>
            <a:ext cx="3302000" cy="276999"/>
          </a:xfrm>
          <a:prstGeom prst="rect">
            <a:avLst/>
          </a:prstGeom>
          <a:noFill/>
        </p:spPr>
        <p:txBody>
          <a:bodyPr vert="horz" wrap="square" lIns="0" tIns="0" rIns="0" bIns="0" rtlCol="0">
            <a:noAutofit/>
          </a:bodyPr>
          <a:lstStyle/>
          <a:p>
            <a:r>
              <a:rPr lang="en-US" sz="900" b="1">
                <a:solidFill>
                  <a:srgbClr val="703DB2"/>
                </a:solidFill>
                <a:latin typeface="Segoe UI" panose="020B0502040204020203" pitchFamily="34" charset="0"/>
              </a:rPr>
              <a:t>WHY WE NEED THIS</a:t>
            </a:r>
            <a:endParaRPr lang="en-NL" sz="900" b="1">
              <a:solidFill>
                <a:srgbClr val="703DB2"/>
              </a:solidFill>
              <a:latin typeface="Segoe UI" panose="020B0502040204020203" pitchFamily="34" charset="0"/>
            </a:endParaRPr>
          </a:p>
        </p:txBody>
      </p:sp>
      <p:sp>
        <p:nvSpPr>
          <p:cNvPr id="27" name="TextBox 26">
            <a:extLst>
              <a:ext uri="{FF2B5EF4-FFF2-40B4-BE49-F238E27FC236}">
                <a16:creationId xmlns:a16="http://schemas.microsoft.com/office/drawing/2014/main" id="{53D26E3D-16FC-4E5D-D616-04668BA730B4}"/>
              </a:ext>
            </a:extLst>
          </p:cNvPr>
          <p:cNvSpPr txBox="1"/>
          <p:nvPr/>
        </p:nvSpPr>
        <p:spPr>
          <a:xfrm>
            <a:off x="7924800" y="2286000"/>
            <a:ext cx="3302000" cy="276999"/>
          </a:xfrm>
          <a:prstGeom prst="rect">
            <a:avLst/>
          </a:prstGeom>
          <a:noFill/>
        </p:spPr>
        <p:txBody>
          <a:bodyPr vert="horz" wrap="square" lIns="0" tIns="0" rIns="0" bIns="0" rtlCol="0">
            <a:noAutofit/>
          </a:bodyPr>
          <a:lstStyle/>
          <a:p>
            <a:r>
              <a:rPr lang="en-US" sz="1500" b="1">
                <a:solidFill>
                  <a:srgbClr val="272334"/>
                </a:solidFill>
                <a:latin typeface="Segoe UI" panose="020B0502040204020203" pitchFamily="34" charset="0"/>
              </a:rPr>
              <a:t>The first deal looks great. The next one does not.</a:t>
            </a:r>
            <a:endParaRPr lang="en-NL" sz="1500" b="1">
              <a:solidFill>
                <a:srgbClr val="272334"/>
              </a:solidFill>
              <a:latin typeface="Segoe UI" panose="020B0502040204020203" pitchFamily="34" charset="0"/>
            </a:endParaRPr>
          </a:p>
        </p:txBody>
      </p:sp>
      <p:sp>
        <p:nvSpPr>
          <p:cNvPr id="28" name="TextBox 27">
            <a:extLst>
              <a:ext uri="{FF2B5EF4-FFF2-40B4-BE49-F238E27FC236}">
                <a16:creationId xmlns:a16="http://schemas.microsoft.com/office/drawing/2014/main" id="{58091513-0023-CF6E-9707-75602DB18925}"/>
              </a:ext>
            </a:extLst>
          </p:cNvPr>
          <p:cNvSpPr txBox="1"/>
          <p:nvPr/>
        </p:nvSpPr>
        <p:spPr>
          <a:xfrm>
            <a:off x="7924800" y="2857500"/>
            <a:ext cx="3302000" cy="276999"/>
          </a:xfrm>
          <a:prstGeom prst="rect">
            <a:avLst/>
          </a:prstGeom>
          <a:noFill/>
        </p:spPr>
        <p:txBody>
          <a:bodyPr vert="horz" wrap="square" lIns="0" tIns="0" rIns="0" bIns="0" rtlCol="0">
            <a:noAutofit/>
          </a:bodyPr>
          <a:lstStyle/>
          <a:p>
            <a:r>
              <a:rPr lang="en-US" sz="910">
                <a:solidFill>
                  <a:srgbClr val="272334"/>
                </a:solidFill>
                <a:latin typeface="Segoe UI" panose="020B0502040204020203" pitchFamily="34" charset="0"/>
              </a:rPr>
              <a:t>Agents take hours out of delivery. Fixed-price margin grows for one cycle. Then the customer benchmarks the next RFP against the new lower hours and prices us down. The productivity gain ends up with them, and it does not come back.</a:t>
            </a:r>
            <a:endParaRPr lang="en-NL" sz="910">
              <a:solidFill>
                <a:srgbClr val="272334"/>
              </a:solidFill>
              <a:latin typeface="Segoe UI" panose="020B0502040204020203" pitchFamily="34" charset="0"/>
            </a:endParaRPr>
          </a:p>
        </p:txBody>
      </p:sp>
      <p:sp>
        <p:nvSpPr>
          <p:cNvPr id="29" name="TextBox 28">
            <a:extLst>
              <a:ext uri="{FF2B5EF4-FFF2-40B4-BE49-F238E27FC236}">
                <a16:creationId xmlns:a16="http://schemas.microsoft.com/office/drawing/2014/main" id="{69B0C833-EB23-3857-AA20-4CF5F21BBBBE}"/>
              </a:ext>
            </a:extLst>
          </p:cNvPr>
          <p:cNvSpPr txBox="1"/>
          <p:nvPr/>
        </p:nvSpPr>
        <p:spPr>
          <a:xfrm>
            <a:off x="7924800" y="3695700"/>
            <a:ext cx="3302000" cy="276999"/>
          </a:xfrm>
          <a:prstGeom prst="rect">
            <a:avLst/>
          </a:prstGeom>
          <a:noFill/>
        </p:spPr>
        <p:txBody>
          <a:bodyPr vert="horz" wrap="square" lIns="0" tIns="0" rIns="0" bIns="0" rtlCol="0">
            <a:noAutofit/>
          </a:bodyPr>
          <a:lstStyle/>
          <a:p>
            <a:r>
              <a:rPr lang="en-US" sz="910">
                <a:solidFill>
                  <a:srgbClr val="625D6E"/>
                </a:solidFill>
                <a:latin typeface="Segoe UI" panose="020B0502040204020203" pitchFamily="34" charset="0"/>
              </a:rPr>
              <a:t>Hybrid pricing keeps a share of the value on our side of the table. It also gives sales something to negotiate other than rate cards.</a:t>
            </a:r>
            <a:endParaRPr lang="en-NL" sz="910">
              <a:solidFill>
                <a:srgbClr val="625D6E"/>
              </a:solidFill>
              <a:latin typeface="Segoe UI" panose="020B0502040204020203" pitchFamily="34" charset="0"/>
            </a:endParaRPr>
          </a:p>
        </p:txBody>
      </p:sp>
      <p:sp>
        <p:nvSpPr>
          <p:cNvPr id="30" name="Rectangle: Rounded Corners 29">
            <a:extLst>
              <a:ext uri="{FF2B5EF4-FFF2-40B4-BE49-F238E27FC236}">
                <a16:creationId xmlns:a16="http://schemas.microsoft.com/office/drawing/2014/main" id="{79DBFD9F-3ECB-E64F-B496-67C0B3AEF58A}"/>
              </a:ext>
            </a:extLst>
          </p:cNvPr>
          <p:cNvSpPr/>
          <p:nvPr/>
        </p:nvSpPr>
        <p:spPr>
          <a:xfrm>
            <a:off x="7696200" y="4381500"/>
            <a:ext cx="3810000" cy="1422400"/>
          </a:xfrm>
          <a:prstGeom prst="roundRect">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1" name="TextBox 30">
            <a:extLst>
              <a:ext uri="{FF2B5EF4-FFF2-40B4-BE49-F238E27FC236}">
                <a16:creationId xmlns:a16="http://schemas.microsoft.com/office/drawing/2014/main" id="{DC104788-FF68-D4A6-1052-3A66CFFEC2DC}"/>
              </a:ext>
            </a:extLst>
          </p:cNvPr>
          <p:cNvSpPr txBox="1"/>
          <p:nvPr/>
        </p:nvSpPr>
        <p:spPr>
          <a:xfrm>
            <a:off x="7924800" y="4559300"/>
            <a:ext cx="3302000" cy="276999"/>
          </a:xfrm>
          <a:prstGeom prst="rect">
            <a:avLst/>
          </a:prstGeom>
          <a:noFill/>
        </p:spPr>
        <p:txBody>
          <a:bodyPr vert="horz" wrap="square" lIns="0" tIns="0" rIns="0" bIns="0" rtlCol="0">
            <a:noAutofit/>
          </a:bodyPr>
          <a:lstStyle/>
          <a:p>
            <a:r>
              <a:rPr lang="en-US" sz="900" b="1">
                <a:solidFill>
                  <a:srgbClr val="703DB2"/>
                </a:solidFill>
                <a:latin typeface="Segoe UI" panose="020B0502040204020203" pitchFamily="34" charset="0"/>
              </a:rPr>
              <a:t>AITP CALL TO ACTION</a:t>
            </a:r>
            <a:endParaRPr lang="en-NL" sz="900" b="1">
              <a:solidFill>
                <a:srgbClr val="703DB2"/>
              </a:solidFill>
              <a:latin typeface="Segoe UI" panose="020B0502040204020203" pitchFamily="34" charset="0"/>
            </a:endParaRPr>
          </a:p>
        </p:txBody>
      </p:sp>
      <p:sp>
        <p:nvSpPr>
          <p:cNvPr id="32" name="TextBox 31">
            <a:extLst>
              <a:ext uri="{FF2B5EF4-FFF2-40B4-BE49-F238E27FC236}">
                <a16:creationId xmlns:a16="http://schemas.microsoft.com/office/drawing/2014/main" id="{1029719F-6DC4-4B5C-EC45-56072814FA8A}"/>
              </a:ext>
            </a:extLst>
          </p:cNvPr>
          <p:cNvSpPr txBox="1"/>
          <p:nvPr/>
        </p:nvSpPr>
        <p:spPr>
          <a:xfrm>
            <a:off x="7924800" y="4838700"/>
            <a:ext cx="3302000" cy="276999"/>
          </a:xfrm>
          <a:prstGeom prst="rect">
            <a:avLst/>
          </a:prstGeom>
          <a:noFill/>
        </p:spPr>
        <p:txBody>
          <a:bodyPr vert="horz" wrap="square" lIns="0" tIns="0" rIns="0" bIns="0" rtlCol="0">
            <a:noAutofit/>
          </a:bodyPr>
          <a:lstStyle/>
          <a:p>
            <a:r>
              <a:rPr lang="en-US" sz="1000" i="1">
                <a:solidFill>
                  <a:srgbClr val="272334"/>
                </a:solidFill>
                <a:latin typeface="Segoe UI" panose="020B0502040204020203" pitchFamily="34" charset="0"/>
              </a:rPr>
              <a:t>“Evolve your commercial model beyond T&amp;M. Adopt hybrid and outcome-based pricing, backed by value measurement and telemetry, to protect margin and share risk with customers.”</a:t>
            </a:r>
            <a:endParaRPr lang="en-NL" sz="1000" i="1">
              <a:solidFill>
                <a:srgbClr val="272334"/>
              </a:solidFill>
              <a:latin typeface="Segoe UI" panose="020B0502040204020203" pitchFamily="34" charset="0"/>
            </a:endParaRPr>
          </a:p>
        </p:txBody>
      </p:sp>
      <p:cxnSp>
        <p:nvCxnSpPr>
          <p:cNvPr id="33" name="Straight Connector 32">
            <a:extLst>
              <a:ext uri="{FF2B5EF4-FFF2-40B4-BE49-F238E27FC236}">
                <a16:creationId xmlns:a16="http://schemas.microsoft.com/office/drawing/2014/main" id="{2E71A74C-896F-4393-AEFC-317E6F76129E}"/>
              </a:ext>
            </a:extLst>
          </p:cNvPr>
          <p:cNvCxnSpPr/>
          <p:nvPr/>
        </p:nvCxnSpPr>
        <p:spPr>
          <a:xfrm>
            <a:off x="685800" y="6350000"/>
            <a:ext cx="10820400" cy="0"/>
          </a:xfrm>
          <a:prstGeom prst="line">
            <a:avLst/>
          </a:prstGeom>
          <a:ln w="8890">
            <a:solidFill>
              <a:srgbClr val="E0DCE8"/>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931CA53-409E-FF83-A3D9-E0CC10597A74}"/>
              </a:ext>
            </a:extLst>
          </p:cNvPr>
          <p:cNvSpPr txBox="1"/>
          <p:nvPr/>
        </p:nvSpPr>
        <p:spPr>
          <a:xfrm>
            <a:off x="713740" y="6464300"/>
            <a:ext cx="10789920" cy="276999"/>
          </a:xfrm>
          <a:prstGeom prst="rect">
            <a:avLst/>
          </a:prstGeom>
          <a:noFill/>
        </p:spPr>
        <p:txBody>
          <a:bodyPr vert="horz" wrap="square" lIns="0" tIns="0" rIns="0" bIns="0" rtlCol="0">
            <a:noAutofit/>
          </a:bodyPr>
          <a:lstStyle/>
          <a:p>
            <a:r>
              <a:rPr lang="en-US" sz="800" b="1">
                <a:solidFill>
                  <a:srgbClr val="625D6E"/>
                </a:solidFill>
                <a:latin typeface="Segoe UI" panose="020B0502040204020203" pitchFamily="34" charset="0"/>
              </a:rPr>
              <a:t>COMMERCIAL MODEL  ·  GENERIC</a:t>
            </a:r>
            <a:endParaRPr lang="en-NL" sz="800" b="1">
              <a:solidFill>
                <a:srgbClr val="625D6E"/>
              </a:solidFill>
              <a:latin typeface="Segoe UI" panose="020B0502040204020203" pitchFamily="34" charset="0"/>
            </a:endParaRPr>
          </a:p>
        </p:txBody>
      </p:sp>
      <p:sp>
        <p:nvSpPr>
          <p:cNvPr id="35" name="TextBox 34">
            <a:extLst>
              <a:ext uri="{FF2B5EF4-FFF2-40B4-BE49-F238E27FC236}">
                <a16:creationId xmlns:a16="http://schemas.microsoft.com/office/drawing/2014/main" id="{D2145B72-82B7-6D4D-FF88-D06071CF68F1}"/>
              </a:ext>
            </a:extLst>
          </p:cNvPr>
          <p:cNvSpPr txBox="1"/>
          <p:nvPr/>
        </p:nvSpPr>
        <p:spPr>
          <a:xfrm>
            <a:off x="3901857" y="5822434"/>
            <a:ext cx="3283912" cy="369332"/>
          </a:xfrm>
          <a:prstGeom prst="rect">
            <a:avLst/>
          </a:prstGeom>
          <a:noFill/>
        </p:spPr>
        <p:txBody>
          <a:bodyPr wrap="none" rtlCol="0">
            <a:spAutoFit/>
          </a:bodyPr>
          <a:lstStyle/>
          <a:p>
            <a:r>
              <a:rPr lang="en-US" dirty="0">
                <a:solidFill>
                  <a:srgbClr val="EE0000"/>
                </a:solidFill>
              </a:rPr>
              <a:t>TODO: Ability to blend models</a:t>
            </a:r>
            <a:endParaRPr lang="en-NL" dirty="0">
              <a:solidFill>
                <a:srgbClr val="EE0000"/>
              </a:solidFill>
            </a:endParaRPr>
          </a:p>
        </p:txBody>
      </p:sp>
    </p:spTree>
    <p:extLst>
      <p:ext uri="{BB962C8B-B14F-4D97-AF65-F5344CB8AC3E}">
        <p14:creationId xmlns:p14="http://schemas.microsoft.com/office/powerpoint/2010/main" val="723594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F07621-AF7A-0147-A11E-4E515A3C182A}"/>
              </a:ext>
            </a:extLst>
          </p:cNvPr>
          <p:cNvSpPr txBox="1"/>
          <p:nvPr/>
        </p:nvSpPr>
        <p:spPr>
          <a:xfrm>
            <a:off x="840740" y="254000"/>
            <a:ext cx="10668000" cy="276999"/>
          </a:xfrm>
          <a:prstGeom prst="rect">
            <a:avLst/>
          </a:prstGeom>
          <a:noFill/>
        </p:spPr>
        <p:txBody>
          <a:bodyPr vert="horz" wrap="square" lIns="0" tIns="0" rIns="0" bIns="0" rtlCol="0">
            <a:noAutofit/>
          </a:bodyPr>
          <a:lstStyle/>
          <a:p>
            <a:r>
              <a:rPr lang="en-US" sz="900" b="1">
                <a:solidFill>
                  <a:srgbClr val="703DB2"/>
                </a:solidFill>
                <a:latin typeface="Segoe UI" panose="020B0502040204020203" pitchFamily="34" charset="0"/>
              </a:rPr>
              <a:t>WHAT GETS HARD FOR THE PARTNER  ·  CAIP + AIBS</a:t>
            </a:r>
            <a:endParaRPr lang="en-NL" sz="900" b="1">
              <a:solidFill>
                <a:srgbClr val="703DB2"/>
              </a:solidFill>
              <a:latin typeface="Segoe UI" panose="020B0502040204020203" pitchFamily="34" charset="0"/>
            </a:endParaRPr>
          </a:p>
        </p:txBody>
      </p:sp>
      <p:sp>
        <p:nvSpPr>
          <p:cNvPr id="3" name="TextBox 2">
            <a:extLst>
              <a:ext uri="{FF2B5EF4-FFF2-40B4-BE49-F238E27FC236}">
                <a16:creationId xmlns:a16="http://schemas.microsoft.com/office/drawing/2014/main" id="{6C6BAEE2-E798-5ED6-C1C8-4166D5CDF3DA}"/>
              </a:ext>
            </a:extLst>
          </p:cNvPr>
          <p:cNvSpPr txBox="1"/>
          <p:nvPr/>
        </p:nvSpPr>
        <p:spPr>
          <a:xfrm>
            <a:off x="668020" y="533400"/>
            <a:ext cx="10881360" cy="276999"/>
          </a:xfrm>
          <a:prstGeom prst="rect">
            <a:avLst/>
          </a:prstGeom>
          <a:noFill/>
        </p:spPr>
        <p:txBody>
          <a:bodyPr vert="horz" wrap="square" lIns="0" tIns="0" rIns="0" bIns="0" rtlCol="0">
            <a:noAutofit/>
          </a:bodyPr>
          <a:lstStyle/>
          <a:p>
            <a:r>
              <a:rPr lang="en-US" sz="2600" b="1">
                <a:solidFill>
                  <a:srgbClr val="272334"/>
                </a:solidFill>
                <a:latin typeface="Segoe UI" panose="020B0502040204020203" pitchFamily="34" charset="0"/>
              </a:rPr>
              <a:t>AI First Delivery breaks the old commercial model. It does not build the new one.</a:t>
            </a:r>
            <a:endParaRPr lang="en-NL" sz="2600" b="1">
              <a:solidFill>
                <a:srgbClr val="272334"/>
              </a:solidFill>
              <a:latin typeface="Segoe UI" panose="020B0502040204020203" pitchFamily="34" charset="0"/>
            </a:endParaRPr>
          </a:p>
        </p:txBody>
      </p:sp>
      <p:sp>
        <p:nvSpPr>
          <p:cNvPr id="4" name="TextBox 3">
            <a:extLst>
              <a:ext uri="{FF2B5EF4-FFF2-40B4-BE49-F238E27FC236}">
                <a16:creationId xmlns:a16="http://schemas.microsoft.com/office/drawing/2014/main" id="{A39015B4-7610-F54A-1085-978B220F7752}"/>
              </a:ext>
            </a:extLst>
          </p:cNvPr>
          <p:cNvSpPr txBox="1"/>
          <p:nvPr/>
        </p:nvSpPr>
        <p:spPr>
          <a:xfrm>
            <a:off x="685800" y="1422400"/>
            <a:ext cx="10789920" cy="276999"/>
          </a:xfrm>
          <a:prstGeom prst="rect">
            <a:avLst/>
          </a:prstGeom>
          <a:noFill/>
        </p:spPr>
        <p:txBody>
          <a:bodyPr vert="horz" wrap="square" lIns="0" tIns="0" rIns="0" bIns="0" rtlCol="0">
            <a:noAutofit/>
          </a:bodyPr>
          <a:lstStyle/>
          <a:p>
            <a:r>
              <a:rPr lang="en-US" sz="1150">
                <a:solidFill>
                  <a:srgbClr val="625D6E"/>
                </a:solidFill>
                <a:latin typeface="Segoe UI" panose="020B0502040204020203" pitchFamily="34" charset="0"/>
              </a:rPr>
              <a:t>The partner has to. Here are the five problems that show up every time we try.</a:t>
            </a:r>
            <a:endParaRPr lang="en-NL" sz="1150">
              <a:solidFill>
                <a:srgbClr val="625D6E"/>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E1646C0A-DCDD-DEFF-9956-0B49168EE214}"/>
              </a:ext>
            </a:extLst>
          </p:cNvPr>
          <p:cNvSpPr/>
          <p:nvPr/>
        </p:nvSpPr>
        <p:spPr>
          <a:xfrm>
            <a:off x="685800" y="2006600"/>
            <a:ext cx="3378200" cy="18542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Oval 5">
            <a:extLst>
              <a:ext uri="{FF2B5EF4-FFF2-40B4-BE49-F238E27FC236}">
                <a16:creationId xmlns:a16="http://schemas.microsoft.com/office/drawing/2014/main" id="{152CB84E-C1B3-F3C8-3937-B3329162F602}"/>
              </a:ext>
            </a:extLst>
          </p:cNvPr>
          <p:cNvSpPr/>
          <p:nvPr/>
        </p:nvSpPr>
        <p:spPr>
          <a:xfrm>
            <a:off x="876300" y="21971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1</a:t>
            </a:r>
          </a:p>
        </p:txBody>
      </p:sp>
      <p:sp>
        <p:nvSpPr>
          <p:cNvPr id="7" name="TextBox 6">
            <a:extLst>
              <a:ext uri="{FF2B5EF4-FFF2-40B4-BE49-F238E27FC236}">
                <a16:creationId xmlns:a16="http://schemas.microsoft.com/office/drawing/2014/main" id="{495AA676-12F8-91DE-3C2B-70CC8F0E981E}"/>
              </a:ext>
            </a:extLst>
          </p:cNvPr>
          <p:cNvSpPr txBox="1"/>
          <p:nvPr/>
        </p:nvSpPr>
        <p:spPr>
          <a:xfrm>
            <a:off x="1346200" y="2171700"/>
            <a:ext cx="25146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Risk shifts to the partner</a:t>
            </a:r>
            <a:endParaRPr lang="en-NL" sz="1200" b="1">
              <a:solidFill>
                <a:srgbClr val="272334"/>
              </a:solidFill>
              <a:latin typeface="Segoe UI" panose="020B0502040204020203" pitchFamily="34" charset="0"/>
            </a:endParaRPr>
          </a:p>
        </p:txBody>
      </p:sp>
      <p:sp>
        <p:nvSpPr>
          <p:cNvPr id="8" name="TextBox 7">
            <a:extLst>
              <a:ext uri="{FF2B5EF4-FFF2-40B4-BE49-F238E27FC236}">
                <a16:creationId xmlns:a16="http://schemas.microsoft.com/office/drawing/2014/main" id="{50F7B805-5A52-AD1E-4D1A-FD5E97173322}"/>
              </a:ext>
            </a:extLst>
          </p:cNvPr>
          <p:cNvSpPr txBox="1"/>
          <p:nvPr/>
        </p:nvSpPr>
        <p:spPr>
          <a:xfrm>
            <a:off x="889000" y="2755900"/>
            <a:ext cx="2971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Value-based pricing moves performance risk from customer to us. KPI does not move, we do not get paid. Cannot ramp into outcome pricing on every deal at once. Need lighthouse pilots and built capability first.</a:t>
            </a:r>
            <a:endParaRPr lang="en-NL" sz="940">
              <a:solidFill>
                <a:srgbClr val="272334"/>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7AA7FD7A-1FA2-AC56-8FDA-E3620F515317}"/>
              </a:ext>
            </a:extLst>
          </p:cNvPr>
          <p:cNvSpPr/>
          <p:nvPr/>
        </p:nvSpPr>
        <p:spPr>
          <a:xfrm>
            <a:off x="4406900" y="2006600"/>
            <a:ext cx="3378200" cy="18542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Oval 9">
            <a:extLst>
              <a:ext uri="{FF2B5EF4-FFF2-40B4-BE49-F238E27FC236}">
                <a16:creationId xmlns:a16="http://schemas.microsoft.com/office/drawing/2014/main" id="{45263C90-9723-C2DD-F9A2-A06C3AF6DA07}"/>
              </a:ext>
            </a:extLst>
          </p:cNvPr>
          <p:cNvSpPr/>
          <p:nvPr/>
        </p:nvSpPr>
        <p:spPr>
          <a:xfrm>
            <a:off x="4597400" y="21971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2</a:t>
            </a:r>
          </a:p>
        </p:txBody>
      </p:sp>
      <p:sp>
        <p:nvSpPr>
          <p:cNvPr id="11" name="TextBox 10">
            <a:extLst>
              <a:ext uri="{FF2B5EF4-FFF2-40B4-BE49-F238E27FC236}">
                <a16:creationId xmlns:a16="http://schemas.microsoft.com/office/drawing/2014/main" id="{2B5FD700-0DCA-5B2F-0602-F26A0C8F7A63}"/>
              </a:ext>
            </a:extLst>
          </p:cNvPr>
          <p:cNvSpPr txBox="1"/>
          <p:nvPr/>
        </p:nvSpPr>
        <p:spPr>
          <a:xfrm>
            <a:off x="5067300" y="2171700"/>
            <a:ext cx="25146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Industry knowledge has to be acquired</a:t>
            </a:r>
            <a:endParaRPr lang="en-NL" sz="1200" b="1">
              <a:solidFill>
                <a:srgbClr val="272334"/>
              </a:solidFill>
              <a:latin typeface="Segoe UI" panose="020B0502040204020203" pitchFamily="34" charset="0"/>
            </a:endParaRPr>
          </a:p>
        </p:txBody>
      </p:sp>
      <p:sp>
        <p:nvSpPr>
          <p:cNvPr id="12" name="TextBox 11">
            <a:extLst>
              <a:ext uri="{FF2B5EF4-FFF2-40B4-BE49-F238E27FC236}">
                <a16:creationId xmlns:a16="http://schemas.microsoft.com/office/drawing/2014/main" id="{F12F5FEE-5D4B-3F3A-2DB5-FBA0493BAA26}"/>
              </a:ext>
            </a:extLst>
          </p:cNvPr>
          <p:cNvSpPr txBox="1"/>
          <p:nvPr/>
        </p:nvSpPr>
        <p:spPr>
          <a:xfrm>
            <a:off x="4610100" y="2755900"/>
            <a:ext cx="2971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Outcome pricing on KPIs we do not understand is gambling. Today's partners are deep on technology, shallow on industry process. Hiring and training is a real cost, not a slide.</a:t>
            </a:r>
            <a:endParaRPr lang="en-NL" sz="940">
              <a:solidFill>
                <a:srgbClr val="272334"/>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EA3176FB-5277-91B6-37CC-76C8A0692D73}"/>
              </a:ext>
            </a:extLst>
          </p:cNvPr>
          <p:cNvSpPr/>
          <p:nvPr/>
        </p:nvSpPr>
        <p:spPr>
          <a:xfrm>
            <a:off x="8128000" y="2006600"/>
            <a:ext cx="3378200" cy="18542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Oval 13">
            <a:extLst>
              <a:ext uri="{FF2B5EF4-FFF2-40B4-BE49-F238E27FC236}">
                <a16:creationId xmlns:a16="http://schemas.microsoft.com/office/drawing/2014/main" id="{53601603-23F1-87FA-D465-DCEC57FCB41F}"/>
              </a:ext>
            </a:extLst>
          </p:cNvPr>
          <p:cNvSpPr/>
          <p:nvPr/>
        </p:nvSpPr>
        <p:spPr>
          <a:xfrm>
            <a:off x="8318500" y="21971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3</a:t>
            </a:r>
          </a:p>
        </p:txBody>
      </p:sp>
      <p:sp>
        <p:nvSpPr>
          <p:cNvPr id="15" name="TextBox 14">
            <a:extLst>
              <a:ext uri="{FF2B5EF4-FFF2-40B4-BE49-F238E27FC236}">
                <a16:creationId xmlns:a16="http://schemas.microsoft.com/office/drawing/2014/main" id="{F40DD9DE-5807-DD51-1DE4-DC9BD4EE704C}"/>
              </a:ext>
            </a:extLst>
          </p:cNvPr>
          <p:cNvSpPr txBox="1"/>
          <p:nvPr/>
        </p:nvSpPr>
        <p:spPr>
          <a:xfrm>
            <a:off x="8788400" y="2171700"/>
            <a:ext cx="25146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Capex vs Opex friction</a:t>
            </a:r>
            <a:endParaRPr lang="en-NL" sz="1200" b="1">
              <a:solidFill>
                <a:srgbClr val="272334"/>
              </a:solidFill>
              <a:latin typeface="Segoe UI" panose="020B0502040204020203" pitchFamily="34" charset="0"/>
            </a:endParaRPr>
          </a:p>
        </p:txBody>
      </p:sp>
      <p:sp>
        <p:nvSpPr>
          <p:cNvPr id="16" name="TextBox 15">
            <a:extLst>
              <a:ext uri="{FF2B5EF4-FFF2-40B4-BE49-F238E27FC236}">
                <a16:creationId xmlns:a16="http://schemas.microsoft.com/office/drawing/2014/main" id="{8B6DF99C-04E4-F5B4-7C85-295796FA900A}"/>
              </a:ext>
            </a:extLst>
          </p:cNvPr>
          <p:cNvSpPr txBox="1"/>
          <p:nvPr/>
        </p:nvSpPr>
        <p:spPr>
          <a:xfrm>
            <a:off x="8331200" y="2755900"/>
            <a:ext cx="2971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Customer CFO wants to capitalise the implementation. Subscription and outcome look like opex. Treasury says no. Two-tier shapes help: keep Tier 1 capex-friendly, Tier 2 in opex.</a:t>
            </a:r>
            <a:endParaRPr lang="en-NL" sz="940">
              <a:solidFill>
                <a:srgbClr val="272334"/>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13F8C41D-4E4F-74D5-FD9D-13243921CDBE}"/>
              </a:ext>
            </a:extLst>
          </p:cNvPr>
          <p:cNvSpPr/>
          <p:nvPr/>
        </p:nvSpPr>
        <p:spPr>
          <a:xfrm>
            <a:off x="2540000" y="4064000"/>
            <a:ext cx="3378200" cy="18288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Oval 17">
            <a:extLst>
              <a:ext uri="{FF2B5EF4-FFF2-40B4-BE49-F238E27FC236}">
                <a16:creationId xmlns:a16="http://schemas.microsoft.com/office/drawing/2014/main" id="{998E915B-AB0B-07C9-1228-347D353DD949}"/>
              </a:ext>
            </a:extLst>
          </p:cNvPr>
          <p:cNvSpPr/>
          <p:nvPr/>
        </p:nvSpPr>
        <p:spPr>
          <a:xfrm>
            <a:off x="2730500" y="42545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4</a:t>
            </a:r>
          </a:p>
        </p:txBody>
      </p:sp>
      <p:sp>
        <p:nvSpPr>
          <p:cNvPr id="19" name="TextBox 18">
            <a:extLst>
              <a:ext uri="{FF2B5EF4-FFF2-40B4-BE49-F238E27FC236}">
                <a16:creationId xmlns:a16="http://schemas.microsoft.com/office/drawing/2014/main" id="{70F44E3F-3E76-91DC-308B-1C66E49B67B6}"/>
              </a:ext>
            </a:extLst>
          </p:cNvPr>
          <p:cNvSpPr txBox="1"/>
          <p:nvPr/>
        </p:nvSpPr>
        <p:spPr>
          <a:xfrm>
            <a:off x="3200400" y="4229100"/>
            <a:ext cx="25146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Value Assurance is a green-field build</a:t>
            </a:r>
            <a:endParaRPr lang="en-NL" sz="1200" b="1">
              <a:solidFill>
                <a:srgbClr val="272334"/>
              </a:solidFill>
              <a:latin typeface="Segoe UI" panose="020B0502040204020203" pitchFamily="34" charset="0"/>
            </a:endParaRPr>
          </a:p>
        </p:txBody>
      </p:sp>
      <p:sp>
        <p:nvSpPr>
          <p:cNvPr id="20" name="TextBox 19">
            <a:extLst>
              <a:ext uri="{FF2B5EF4-FFF2-40B4-BE49-F238E27FC236}">
                <a16:creationId xmlns:a16="http://schemas.microsoft.com/office/drawing/2014/main" id="{B678866C-DF83-5D91-9FF7-60E6A41755A4}"/>
              </a:ext>
            </a:extLst>
          </p:cNvPr>
          <p:cNvSpPr txBox="1"/>
          <p:nvPr/>
        </p:nvSpPr>
        <p:spPr>
          <a:xfrm>
            <a:off x="2743200" y="4813300"/>
            <a:ext cx="2971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Most partners do not have it. New roles, new processes, new tooling, new escalation paths. Which engagement pays for the firm-level capability? Usually nobody. So it stalls.</a:t>
            </a:r>
            <a:endParaRPr lang="en-NL" sz="940">
              <a:solidFill>
                <a:srgbClr val="272334"/>
              </a:solidFill>
              <a:latin typeface="Segoe UI" panose="020B0502040204020203" pitchFamily="34" charset="0"/>
            </a:endParaRPr>
          </a:p>
        </p:txBody>
      </p:sp>
      <p:sp>
        <p:nvSpPr>
          <p:cNvPr id="21" name="Rectangle: Rounded Corners 20">
            <a:extLst>
              <a:ext uri="{FF2B5EF4-FFF2-40B4-BE49-F238E27FC236}">
                <a16:creationId xmlns:a16="http://schemas.microsoft.com/office/drawing/2014/main" id="{7FF2A4E4-F117-12CF-2174-BA7EC780EC17}"/>
              </a:ext>
            </a:extLst>
          </p:cNvPr>
          <p:cNvSpPr/>
          <p:nvPr/>
        </p:nvSpPr>
        <p:spPr>
          <a:xfrm>
            <a:off x="6261100" y="4064000"/>
            <a:ext cx="3378200" cy="18288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AD3CF2CB-D79A-302F-102B-18D670D5796F}"/>
              </a:ext>
            </a:extLst>
          </p:cNvPr>
          <p:cNvSpPr/>
          <p:nvPr/>
        </p:nvSpPr>
        <p:spPr>
          <a:xfrm>
            <a:off x="6451600" y="4254500"/>
            <a:ext cx="342900" cy="342900"/>
          </a:xfrm>
          <a:prstGeom prst="ellipse">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NL" sz="1000" b="1">
                <a:solidFill>
                  <a:srgbClr val="703DB2"/>
                </a:solidFill>
                <a:latin typeface="Segoe UI" panose="020B0502040204020203" pitchFamily="34" charset="0"/>
              </a:rPr>
              <a:t>5</a:t>
            </a:r>
          </a:p>
        </p:txBody>
      </p:sp>
      <p:sp>
        <p:nvSpPr>
          <p:cNvPr id="23" name="TextBox 22">
            <a:extLst>
              <a:ext uri="{FF2B5EF4-FFF2-40B4-BE49-F238E27FC236}">
                <a16:creationId xmlns:a16="http://schemas.microsoft.com/office/drawing/2014/main" id="{29A294AD-23F8-1201-E323-DE1199B49B73}"/>
              </a:ext>
            </a:extLst>
          </p:cNvPr>
          <p:cNvSpPr txBox="1"/>
          <p:nvPr/>
        </p:nvSpPr>
        <p:spPr>
          <a:xfrm>
            <a:off x="6921500" y="4229100"/>
            <a:ext cx="2514600" cy="276999"/>
          </a:xfrm>
          <a:prstGeom prst="rect">
            <a:avLst/>
          </a:prstGeom>
          <a:noFill/>
        </p:spPr>
        <p:txBody>
          <a:bodyPr vert="horz" wrap="square" lIns="0" tIns="0" rIns="0" bIns="0" rtlCol="0">
            <a:noAutofit/>
          </a:bodyPr>
          <a:lstStyle/>
          <a:p>
            <a:r>
              <a:rPr lang="en-US" sz="1200" b="1">
                <a:solidFill>
                  <a:srgbClr val="272334"/>
                </a:solidFill>
                <a:latin typeface="Segoe UI" panose="020B0502040204020203" pitchFamily="34" charset="0"/>
              </a:rPr>
              <a:t>Pre-sales gets heavier and unfunded</a:t>
            </a:r>
            <a:endParaRPr lang="en-NL" sz="1200" b="1">
              <a:solidFill>
                <a:srgbClr val="272334"/>
              </a:solidFill>
              <a:latin typeface="Segoe UI" panose="020B0502040204020203" pitchFamily="34" charset="0"/>
            </a:endParaRPr>
          </a:p>
        </p:txBody>
      </p:sp>
      <p:sp>
        <p:nvSpPr>
          <p:cNvPr id="24" name="TextBox 23">
            <a:extLst>
              <a:ext uri="{FF2B5EF4-FFF2-40B4-BE49-F238E27FC236}">
                <a16:creationId xmlns:a16="http://schemas.microsoft.com/office/drawing/2014/main" id="{06953C64-2E97-2D85-2C60-AF428E37829D}"/>
              </a:ext>
            </a:extLst>
          </p:cNvPr>
          <p:cNvSpPr txBox="1"/>
          <p:nvPr/>
        </p:nvSpPr>
        <p:spPr>
          <a:xfrm>
            <a:off x="6464300" y="4813300"/>
            <a:ext cx="2971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To price an outcome we have to do diagnostic and baseline work before the deal closes. That is pre-sales cost with no billing code. Paid Discovery is the answer, but customers resist until trust exists.</a:t>
            </a:r>
            <a:endParaRPr lang="en-NL" sz="940">
              <a:solidFill>
                <a:srgbClr val="272334"/>
              </a:solidFill>
              <a:latin typeface="Segoe UI" panose="020B0502040204020203" pitchFamily="34" charset="0"/>
            </a:endParaRPr>
          </a:p>
        </p:txBody>
      </p:sp>
      <p:cxnSp>
        <p:nvCxnSpPr>
          <p:cNvPr id="25" name="Straight Connector 24">
            <a:extLst>
              <a:ext uri="{FF2B5EF4-FFF2-40B4-BE49-F238E27FC236}">
                <a16:creationId xmlns:a16="http://schemas.microsoft.com/office/drawing/2014/main" id="{414CEC5C-2DA8-EB9F-8BCC-E4C705C189B0}"/>
              </a:ext>
            </a:extLst>
          </p:cNvPr>
          <p:cNvCxnSpPr/>
          <p:nvPr/>
        </p:nvCxnSpPr>
        <p:spPr>
          <a:xfrm>
            <a:off x="685800" y="6350000"/>
            <a:ext cx="10820400" cy="0"/>
          </a:xfrm>
          <a:prstGeom prst="line">
            <a:avLst/>
          </a:prstGeom>
          <a:ln w="8890">
            <a:solidFill>
              <a:srgbClr val="E0DCE8"/>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DCA2DFA-DBFE-08B1-45A7-7C00745BB1DA}"/>
              </a:ext>
            </a:extLst>
          </p:cNvPr>
          <p:cNvSpPr txBox="1"/>
          <p:nvPr/>
        </p:nvSpPr>
        <p:spPr>
          <a:xfrm>
            <a:off x="713740" y="6464300"/>
            <a:ext cx="10789920" cy="276999"/>
          </a:xfrm>
          <a:prstGeom prst="rect">
            <a:avLst/>
          </a:prstGeom>
          <a:noFill/>
        </p:spPr>
        <p:txBody>
          <a:bodyPr vert="horz" wrap="square" lIns="0" tIns="0" rIns="0" bIns="0" rtlCol="0">
            <a:noAutofit/>
          </a:bodyPr>
          <a:lstStyle/>
          <a:p>
            <a:r>
              <a:rPr lang="en-US" sz="800" b="1">
                <a:solidFill>
                  <a:srgbClr val="625D6E"/>
                </a:solidFill>
                <a:latin typeface="Segoe UI" panose="020B0502040204020203" pitchFamily="34" charset="0"/>
              </a:rPr>
              <a:t>COMMERCIAL MODEL  ·  PARTNER FRICTIONS</a:t>
            </a:r>
            <a:endParaRPr lang="en-NL" sz="800" b="1">
              <a:solidFill>
                <a:srgbClr val="625D6E"/>
              </a:solidFill>
              <a:latin typeface="Segoe UI" panose="020B0502040204020203" pitchFamily="34" charset="0"/>
            </a:endParaRPr>
          </a:p>
        </p:txBody>
      </p:sp>
    </p:spTree>
    <p:extLst>
      <p:ext uri="{BB962C8B-B14F-4D97-AF65-F5344CB8AC3E}">
        <p14:creationId xmlns:p14="http://schemas.microsoft.com/office/powerpoint/2010/main" val="3028658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5FDA0C-3953-A41A-4058-9C610E1AC0EB}"/>
              </a:ext>
            </a:extLst>
          </p:cNvPr>
          <p:cNvSpPr txBox="1"/>
          <p:nvPr/>
        </p:nvSpPr>
        <p:spPr>
          <a:xfrm>
            <a:off x="840740" y="254000"/>
            <a:ext cx="10668000" cy="276999"/>
          </a:xfrm>
          <a:prstGeom prst="rect">
            <a:avLst/>
          </a:prstGeom>
          <a:noFill/>
        </p:spPr>
        <p:txBody>
          <a:bodyPr vert="horz" wrap="square" lIns="0" tIns="0" rIns="0" bIns="0" rtlCol="0">
            <a:noAutofit/>
          </a:bodyPr>
          <a:lstStyle/>
          <a:p>
            <a:r>
              <a:rPr lang="en-US" sz="900" b="1">
                <a:solidFill>
                  <a:srgbClr val="703DB2"/>
                </a:solidFill>
                <a:latin typeface="Segoe UI" panose="020B0502040204020203" pitchFamily="34" charset="0"/>
              </a:rPr>
              <a:t>THE APPARATUS  ·  CAIP + AIBS</a:t>
            </a:r>
            <a:endParaRPr lang="en-NL" sz="900" b="1">
              <a:solidFill>
                <a:srgbClr val="703DB2"/>
              </a:solidFill>
              <a:latin typeface="Segoe UI" panose="020B0502040204020203" pitchFamily="34" charset="0"/>
            </a:endParaRPr>
          </a:p>
        </p:txBody>
      </p:sp>
      <p:sp>
        <p:nvSpPr>
          <p:cNvPr id="3" name="TextBox 2">
            <a:extLst>
              <a:ext uri="{FF2B5EF4-FFF2-40B4-BE49-F238E27FC236}">
                <a16:creationId xmlns:a16="http://schemas.microsoft.com/office/drawing/2014/main" id="{2F2131C2-EECD-2BF4-5E78-232218FCE60A}"/>
              </a:ext>
            </a:extLst>
          </p:cNvPr>
          <p:cNvSpPr txBox="1"/>
          <p:nvPr/>
        </p:nvSpPr>
        <p:spPr>
          <a:xfrm>
            <a:off x="668020" y="533400"/>
            <a:ext cx="10881360" cy="276999"/>
          </a:xfrm>
          <a:prstGeom prst="rect">
            <a:avLst/>
          </a:prstGeom>
          <a:noFill/>
        </p:spPr>
        <p:txBody>
          <a:bodyPr vert="horz" wrap="square" lIns="0" tIns="0" rIns="0" bIns="0" rtlCol="0">
            <a:noAutofit/>
          </a:bodyPr>
          <a:lstStyle/>
          <a:p>
            <a:r>
              <a:rPr lang="en-US" sz="2600" b="1">
                <a:solidFill>
                  <a:srgbClr val="272334"/>
                </a:solidFill>
                <a:latin typeface="Segoe UI" panose="020B0502040204020203" pitchFamily="34" charset="0"/>
              </a:rPr>
              <a:t>Outcome pricing needs an organisation behind it.</a:t>
            </a:r>
            <a:endParaRPr lang="en-NL" sz="2600" b="1">
              <a:solidFill>
                <a:srgbClr val="272334"/>
              </a:solidFill>
              <a:latin typeface="Segoe UI" panose="020B0502040204020203" pitchFamily="34" charset="0"/>
            </a:endParaRPr>
          </a:p>
        </p:txBody>
      </p:sp>
      <p:sp>
        <p:nvSpPr>
          <p:cNvPr id="4" name="TextBox 3">
            <a:extLst>
              <a:ext uri="{FF2B5EF4-FFF2-40B4-BE49-F238E27FC236}">
                <a16:creationId xmlns:a16="http://schemas.microsoft.com/office/drawing/2014/main" id="{8D509A87-5E61-8A2D-3D4A-2A6AB5ACDBF9}"/>
              </a:ext>
            </a:extLst>
          </p:cNvPr>
          <p:cNvSpPr txBox="1"/>
          <p:nvPr/>
        </p:nvSpPr>
        <p:spPr>
          <a:xfrm>
            <a:off x="685800" y="1117600"/>
            <a:ext cx="10789920" cy="276999"/>
          </a:xfrm>
          <a:prstGeom prst="rect">
            <a:avLst/>
          </a:prstGeom>
          <a:noFill/>
        </p:spPr>
        <p:txBody>
          <a:bodyPr vert="horz" wrap="square" lIns="0" tIns="0" rIns="0" bIns="0" rtlCol="0">
            <a:noAutofit/>
          </a:bodyPr>
          <a:lstStyle/>
          <a:p>
            <a:r>
              <a:rPr lang="en-US" sz="1150">
                <a:solidFill>
                  <a:srgbClr val="625D6E"/>
                </a:solidFill>
                <a:latin typeface="Segoe UI" panose="020B0502040204020203" pitchFamily="34" charset="0"/>
              </a:rPr>
              <a:t>Seven pieces. Each one is partner-built. This is where the partner adds value: translating Microsoft AI capabilities into customer-specific outcomes. No outcome deal closes before these are in place.</a:t>
            </a:r>
            <a:endParaRPr lang="en-NL" sz="1150">
              <a:solidFill>
                <a:srgbClr val="625D6E"/>
              </a:solidFill>
              <a:latin typeface="Segoe UI" panose="020B0502040204020203" pitchFamily="34" charset="0"/>
            </a:endParaRPr>
          </a:p>
        </p:txBody>
      </p:sp>
      <p:sp>
        <p:nvSpPr>
          <p:cNvPr id="5" name="TextBox 4">
            <a:extLst>
              <a:ext uri="{FF2B5EF4-FFF2-40B4-BE49-F238E27FC236}">
                <a16:creationId xmlns:a16="http://schemas.microsoft.com/office/drawing/2014/main" id="{5CBD245B-0C5D-A282-5807-58C81C636F54}"/>
              </a:ext>
            </a:extLst>
          </p:cNvPr>
          <p:cNvSpPr txBox="1"/>
          <p:nvPr/>
        </p:nvSpPr>
        <p:spPr>
          <a:xfrm>
            <a:off x="685800" y="1816100"/>
            <a:ext cx="3505200" cy="276999"/>
          </a:xfrm>
          <a:prstGeom prst="rect">
            <a:avLst/>
          </a:prstGeom>
          <a:noFill/>
        </p:spPr>
        <p:txBody>
          <a:bodyPr vert="horz" wrap="square" lIns="0" tIns="0" rIns="0" bIns="0" rtlCol="0">
            <a:noAutofit/>
          </a:bodyPr>
          <a:lstStyle/>
          <a:p>
            <a:r>
              <a:rPr lang="en-US" sz="850" b="1">
                <a:solidFill>
                  <a:srgbClr val="703DB2"/>
                </a:solidFill>
                <a:latin typeface="Segoe UI" panose="020B0502040204020203" pitchFamily="34" charset="0"/>
              </a:rPr>
              <a:t>MEASUREMENT INSTRUMENTS</a:t>
            </a:r>
            <a:endParaRPr lang="en-NL" sz="850" b="1">
              <a:solidFill>
                <a:srgbClr val="703DB2"/>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5518B6F3-6FA6-DF95-6D6F-E4725F42C47C}"/>
              </a:ext>
            </a:extLst>
          </p:cNvPr>
          <p:cNvCxnSpPr/>
          <p:nvPr/>
        </p:nvCxnSpPr>
        <p:spPr>
          <a:xfrm>
            <a:off x="685800" y="2044700"/>
            <a:ext cx="3505200" cy="0"/>
          </a:xfrm>
          <a:prstGeom prst="line">
            <a:avLst/>
          </a:prstGeom>
          <a:ln w="9525">
            <a:solidFill>
              <a:srgbClr val="E0DCE8"/>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65AAACD-9B34-7EE4-394C-B8852512AB1B}"/>
              </a:ext>
            </a:extLst>
          </p:cNvPr>
          <p:cNvSpPr txBox="1"/>
          <p:nvPr/>
        </p:nvSpPr>
        <p:spPr>
          <a:xfrm>
            <a:off x="4343400" y="1816100"/>
            <a:ext cx="3505200" cy="276999"/>
          </a:xfrm>
          <a:prstGeom prst="rect">
            <a:avLst/>
          </a:prstGeom>
          <a:noFill/>
        </p:spPr>
        <p:txBody>
          <a:bodyPr vert="horz" wrap="square" lIns="0" tIns="0" rIns="0" bIns="0" rtlCol="0">
            <a:noAutofit/>
          </a:bodyPr>
          <a:lstStyle/>
          <a:p>
            <a:r>
              <a:rPr lang="en-US" sz="850" b="1">
                <a:solidFill>
                  <a:srgbClr val="703DB2"/>
                </a:solidFill>
                <a:latin typeface="Segoe UI" panose="020B0502040204020203" pitchFamily="34" charset="0"/>
              </a:rPr>
              <a:t>VALUE MEASUREMENT DISCIPLINE</a:t>
            </a:r>
            <a:endParaRPr lang="en-NL" sz="850" b="1">
              <a:solidFill>
                <a:srgbClr val="703DB2"/>
              </a:solidFill>
              <a:latin typeface="Segoe UI" panose="020B0502040204020203" pitchFamily="34" charset="0"/>
            </a:endParaRPr>
          </a:p>
        </p:txBody>
      </p:sp>
      <p:cxnSp>
        <p:nvCxnSpPr>
          <p:cNvPr id="8" name="Straight Connector 7">
            <a:extLst>
              <a:ext uri="{FF2B5EF4-FFF2-40B4-BE49-F238E27FC236}">
                <a16:creationId xmlns:a16="http://schemas.microsoft.com/office/drawing/2014/main" id="{D8D0A824-47B8-BA09-C0B7-D07DB2187488}"/>
              </a:ext>
            </a:extLst>
          </p:cNvPr>
          <p:cNvCxnSpPr/>
          <p:nvPr/>
        </p:nvCxnSpPr>
        <p:spPr>
          <a:xfrm>
            <a:off x="4343400" y="2044700"/>
            <a:ext cx="3505200" cy="0"/>
          </a:xfrm>
          <a:prstGeom prst="line">
            <a:avLst/>
          </a:prstGeom>
          <a:ln w="9525">
            <a:solidFill>
              <a:srgbClr val="E0DCE8"/>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FB20D97-BE55-B5A8-94EC-86A2AC1917E5}"/>
              </a:ext>
            </a:extLst>
          </p:cNvPr>
          <p:cNvSpPr txBox="1"/>
          <p:nvPr/>
        </p:nvSpPr>
        <p:spPr>
          <a:xfrm>
            <a:off x="8001000" y="1816100"/>
            <a:ext cx="3505200" cy="276999"/>
          </a:xfrm>
          <a:prstGeom prst="rect">
            <a:avLst/>
          </a:prstGeom>
          <a:noFill/>
        </p:spPr>
        <p:txBody>
          <a:bodyPr vert="horz" wrap="square" lIns="0" tIns="0" rIns="0" bIns="0" rtlCol="0">
            <a:noAutofit/>
          </a:bodyPr>
          <a:lstStyle/>
          <a:p>
            <a:r>
              <a:rPr lang="en-US" sz="850" b="1">
                <a:solidFill>
                  <a:srgbClr val="703DB2"/>
                </a:solidFill>
                <a:latin typeface="Segoe UI" panose="020B0502040204020203" pitchFamily="34" charset="0"/>
              </a:rPr>
              <a:t>ORGANISATIONAL REQUIREMENTS</a:t>
            </a:r>
            <a:endParaRPr lang="en-NL" sz="850" b="1">
              <a:solidFill>
                <a:srgbClr val="703DB2"/>
              </a:solidFill>
              <a:latin typeface="Segoe UI" panose="020B0502040204020203" pitchFamily="34" charset="0"/>
            </a:endParaRPr>
          </a:p>
        </p:txBody>
      </p:sp>
      <p:cxnSp>
        <p:nvCxnSpPr>
          <p:cNvPr id="10" name="Straight Connector 9">
            <a:extLst>
              <a:ext uri="{FF2B5EF4-FFF2-40B4-BE49-F238E27FC236}">
                <a16:creationId xmlns:a16="http://schemas.microsoft.com/office/drawing/2014/main" id="{C63591D5-2398-5D59-9C0D-57795E972874}"/>
              </a:ext>
            </a:extLst>
          </p:cNvPr>
          <p:cNvCxnSpPr/>
          <p:nvPr/>
        </p:nvCxnSpPr>
        <p:spPr>
          <a:xfrm>
            <a:off x="8001000" y="2044700"/>
            <a:ext cx="3505200" cy="0"/>
          </a:xfrm>
          <a:prstGeom prst="line">
            <a:avLst/>
          </a:prstGeom>
          <a:ln w="9525">
            <a:solidFill>
              <a:srgbClr val="E0DCE8"/>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792BDF87-31ED-72E4-47C5-83330328FCF1}"/>
              </a:ext>
            </a:extLst>
          </p:cNvPr>
          <p:cNvSpPr/>
          <p:nvPr/>
        </p:nvSpPr>
        <p:spPr>
          <a:xfrm>
            <a:off x="685800" y="2184400"/>
            <a:ext cx="3505200" cy="15113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2" name="TextBox 11">
            <a:extLst>
              <a:ext uri="{FF2B5EF4-FFF2-40B4-BE49-F238E27FC236}">
                <a16:creationId xmlns:a16="http://schemas.microsoft.com/office/drawing/2014/main" id="{89D5CB48-3D69-7416-1AFF-244EFC94BAD1}"/>
              </a:ext>
            </a:extLst>
          </p:cNvPr>
          <p:cNvSpPr txBox="1"/>
          <p:nvPr/>
        </p:nvSpPr>
        <p:spPr>
          <a:xfrm>
            <a:off x="889000" y="2362200"/>
            <a:ext cx="3098800" cy="276999"/>
          </a:xfrm>
          <a:prstGeom prst="rect">
            <a:avLst/>
          </a:prstGeom>
          <a:noFill/>
        </p:spPr>
        <p:txBody>
          <a:bodyPr vert="horz" wrap="square" lIns="0" tIns="0" rIns="0" bIns="0" rtlCol="0">
            <a:noAutofit/>
          </a:bodyPr>
          <a:lstStyle/>
          <a:p>
            <a:r>
              <a:rPr lang="en-US" sz="1250" b="1">
                <a:solidFill>
                  <a:srgbClr val="272334"/>
                </a:solidFill>
                <a:latin typeface="Segoe UI" panose="020B0502040204020203" pitchFamily="34" charset="0"/>
              </a:rPr>
              <a:t>Value Ledger</a:t>
            </a:r>
            <a:endParaRPr lang="en-NL" sz="1250" b="1">
              <a:solidFill>
                <a:srgbClr val="272334"/>
              </a:solidFill>
              <a:latin typeface="Segoe UI" panose="020B0502040204020203" pitchFamily="34" charset="0"/>
            </a:endParaRPr>
          </a:p>
        </p:txBody>
      </p:sp>
      <p:sp>
        <p:nvSpPr>
          <p:cNvPr id="13" name="TextBox 12">
            <a:extLst>
              <a:ext uri="{FF2B5EF4-FFF2-40B4-BE49-F238E27FC236}">
                <a16:creationId xmlns:a16="http://schemas.microsoft.com/office/drawing/2014/main" id="{FA24B183-4863-CE79-E276-759EAA97A03B}"/>
              </a:ext>
            </a:extLst>
          </p:cNvPr>
          <p:cNvSpPr txBox="1"/>
          <p:nvPr/>
        </p:nvSpPr>
        <p:spPr>
          <a:xfrm>
            <a:off x="889000" y="2730500"/>
            <a:ext cx="3098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Per customer. Tracks what we promised against what we delivered. Baseline, target, actual, delta.</a:t>
            </a:r>
            <a:endParaRPr lang="en-NL" sz="940">
              <a:solidFill>
                <a:srgbClr val="272334"/>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4345F438-72E5-595A-EB6E-998748578D9D}"/>
              </a:ext>
            </a:extLst>
          </p:cNvPr>
          <p:cNvSpPr/>
          <p:nvPr/>
        </p:nvSpPr>
        <p:spPr>
          <a:xfrm>
            <a:off x="685800" y="3835400"/>
            <a:ext cx="3505200" cy="15113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D78A943E-3226-FE1F-BDD9-0DFCEA598216}"/>
              </a:ext>
            </a:extLst>
          </p:cNvPr>
          <p:cNvSpPr txBox="1"/>
          <p:nvPr/>
        </p:nvSpPr>
        <p:spPr>
          <a:xfrm>
            <a:off x="889000" y="4013200"/>
            <a:ext cx="3098800" cy="276999"/>
          </a:xfrm>
          <a:prstGeom prst="rect">
            <a:avLst/>
          </a:prstGeom>
          <a:noFill/>
        </p:spPr>
        <p:txBody>
          <a:bodyPr vert="horz" wrap="square" lIns="0" tIns="0" rIns="0" bIns="0" rtlCol="0">
            <a:noAutofit/>
          </a:bodyPr>
          <a:lstStyle/>
          <a:p>
            <a:r>
              <a:rPr lang="en-US" sz="1250" b="1">
                <a:solidFill>
                  <a:srgbClr val="272334"/>
                </a:solidFill>
                <a:latin typeface="Segoe UI" panose="020B0502040204020203" pitchFamily="34" charset="0"/>
              </a:rPr>
              <a:t>Synthetic FTE</a:t>
            </a:r>
            <a:endParaRPr lang="en-NL" sz="1250" b="1">
              <a:solidFill>
                <a:srgbClr val="272334"/>
              </a:solidFill>
              <a:latin typeface="Segoe UI" panose="020B0502040204020203" pitchFamily="34" charset="0"/>
            </a:endParaRPr>
          </a:p>
        </p:txBody>
      </p:sp>
      <p:sp>
        <p:nvSpPr>
          <p:cNvPr id="16" name="TextBox 15">
            <a:extLst>
              <a:ext uri="{FF2B5EF4-FFF2-40B4-BE49-F238E27FC236}">
                <a16:creationId xmlns:a16="http://schemas.microsoft.com/office/drawing/2014/main" id="{D18C364E-3F4A-E8B2-3963-18882C150CFC}"/>
              </a:ext>
            </a:extLst>
          </p:cNvPr>
          <p:cNvSpPr txBox="1"/>
          <p:nvPr/>
        </p:nvSpPr>
        <p:spPr>
          <a:xfrm>
            <a:off x="889000" y="4381500"/>
            <a:ext cx="3098800" cy="276999"/>
          </a:xfrm>
          <a:prstGeom prst="rect">
            <a:avLst/>
          </a:prstGeom>
          <a:noFill/>
        </p:spPr>
        <p:txBody>
          <a:bodyPr vert="horz" wrap="square" lIns="0" tIns="0" rIns="0" bIns="0" rtlCol="0">
            <a:noAutofit/>
          </a:bodyPr>
          <a:lstStyle/>
          <a:p>
            <a:r>
              <a:rPr lang="en-US" sz="900">
                <a:solidFill>
                  <a:srgbClr val="272334"/>
                </a:solidFill>
                <a:latin typeface="Segoe UI" panose="020B0502040204020203" pitchFamily="34" charset="0"/>
              </a:rPr>
              <a:t>Agent running cost plus our Services IP on top: prompts, orchestration, domain models, accelerators. One cost unit that sits next to human day-rates in project accounting.</a:t>
            </a:r>
            <a:endParaRPr lang="en-NL" sz="900">
              <a:solidFill>
                <a:srgbClr val="272334"/>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A1663C44-6F3C-278F-4D2E-5F435F60719C}"/>
              </a:ext>
            </a:extLst>
          </p:cNvPr>
          <p:cNvSpPr/>
          <p:nvPr/>
        </p:nvSpPr>
        <p:spPr>
          <a:xfrm>
            <a:off x="4343400" y="2184400"/>
            <a:ext cx="3505200" cy="15113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TextBox 17">
            <a:extLst>
              <a:ext uri="{FF2B5EF4-FFF2-40B4-BE49-F238E27FC236}">
                <a16:creationId xmlns:a16="http://schemas.microsoft.com/office/drawing/2014/main" id="{6219248F-65DE-2359-7594-4B2EF70E9EC1}"/>
              </a:ext>
            </a:extLst>
          </p:cNvPr>
          <p:cNvSpPr txBox="1"/>
          <p:nvPr/>
        </p:nvSpPr>
        <p:spPr>
          <a:xfrm>
            <a:off x="4546600" y="2362200"/>
            <a:ext cx="3098800" cy="276999"/>
          </a:xfrm>
          <a:prstGeom prst="rect">
            <a:avLst/>
          </a:prstGeom>
          <a:noFill/>
        </p:spPr>
        <p:txBody>
          <a:bodyPr vert="horz" wrap="square" lIns="0" tIns="0" rIns="0" bIns="0" rtlCol="0">
            <a:noAutofit/>
          </a:bodyPr>
          <a:lstStyle/>
          <a:p>
            <a:r>
              <a:rPr lang="en-US" sz="1250" b="1">
                <a:solidFill>
                  <a:srgbClr val="272334"/>
                </a:solidFill>
                <a:latin typeface="Segoe UI" panose="020B0502040204020203" pitchFamily="34" charset="0"/>
              </a:rPr>
              <a:t>IST vs SOLL</a:t>
            </a:r>
            <a:endParaRPr lang="en-NL" sz="1250" b="1">
              <a:solidFill>
                <a:srgbClr val="272334"/>
              </a:solidFill>
              <a:latin typeface="Segoe UI" panose="020B0502040204020203" pitchFamily="34" charset="0"/>
            </a:endParaRPr>
          </a:p>
        </p:txBody>
      </p:sp>
      <p:sp>
        <p:nvSpPr>
          <p:cNvPr id="19" name="TextBox 18">
            <a:extLst>
              <a:ext uri="{FF2B5EF4-FFF2-40B4-BE49-F238E27FC236}">
                <a16:creationId xmlns:a16="http://schemas.microsoft.com/office/drawing/2014/main" id="{7D554216-56FF-39D4-C391-12B0435FE70A}"/>
              </a:ext>
            </a:extLst>
          </p:cNvPr>
          <p:cNvSpPr txBox="1"/>
          <p:nvPr/>
        </p:nvSpPr>
        <p:spPr>
          <a:xfrm>
            <a:off x="4546600" y="2730500"/>
            <a:ext cx="3098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Every contracted KPI has a measured starting point and a committed target. The gap is what we are paid to close.</a:t>
            </a:r>
            <a:endParaRPr lang="en-NL" sz="940">
              <a:solidFill>
                <a:srgbClr val="272334"/>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27C8DFE6-656E-1787-A348-2A398F6C97E3}"/>
              </a:ext>
            </a:extLst>
          </p:cNvPr>
          <p:cNvSpPr/>
          <p:nvPr/>
        </p:nvSpPr>
        <p:spPr>
          <a:xfrm>
            <a:off x="4343400" y="3835400"/>
            <a:ext cx="3505200" cy="15113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TextBox 20">
            <a:extLst>
              <a:ext uri="{FF2B5EF4-FFF2-40B4-BE49-F238E27FC236}">
                <a16:creationId xmlns:a16="http://schemas.microsoft.com/office/drawing/2014/main" id="{9FF5772D-00C9-243E-5CA9-5A9486F57632}"/>
              </a:ext>
            </a:extLst>
          </p:cNvPr>
          <p:cNvSpPr txBox="1"/>
          <p:nvPr/>
        </p:nvSpPr>
        <p:spPr>
          <a:xfrm>
            <a:off x="4546600" y="4013200"/>
            <a:ext cx="3098800" cy="276999"/>
          </a:xfrm>
          <a:prstGeom prst="rect">
            <a:avLst/>
          </a:prstGeom>
          <a:noFill/>
        </p:spPr>
        <p:txBody>
          <a:bodyPr vert="horz" wrap="square" lIns="0" tIns="0" rIns="0" bIns="0" rtlCol="0">
            <a:noAutofit/>
          </a:bodyPr>
          <a:lstStyle/>
          <a:p>
            <a:r>
              <a:rPr lang="en-US" sz="1250" b="1">
                <a:solidFill>
                  <a:srgbClr val="272334"/>
                </a:solidFill>
                <a:latin typeface="Segoe UI" panose="020B0502040204020203" pitchFamily="34" charset="0"/>
              </a:rPr>
              <a:t>Activity focus</a:t>
            </a:r>
            <a:endParaRPr lang="en-NL" sz="1250" b="1">
              <a:solidFill>
                <a:srgbClr val="272334"/>
              </a:solidFill>
              <a:latin typeface="Segoe UI" panose="020B0502040204020203" pitchFamily="34" charset="0"/>
            </a:endParaRPr>
          </a:p>
        </p:txBody>
      </p:sp>
      <p:sp>
        <p:nvSpPr>
          <p:cNvPr id="22" name="TextBox 21">
            <a:extLst>
              <a:ext uri="{FF2B5EF4-FFF2-40B4-BE49-F238E27FC236}">
                <a16:creationId xmlns:a16="http://schemas.microsoft.com/office/drawing/2014/main" id="{B39A3A26-C7E9-EC1C-6DC8-D8B6F7BB22B6}"/>
              </a:ext>
            </a:extLst>
          </p:cNvPr>
          <p:cNvSpPr txBox="1"/>
          <p:nvPr/>
        </p:nvSpPr>
        <p:spPr>
          <a:xfrm>
            <a:off x="4546600" y="4381500"/>
            <a:ext cx="3098800" cy="276999"/>
          </a:xfrm>
          <a:prstGeom prst="rect">
            <a:avLst/>
          </a:prstGeom>
          <a:noFill/>
        </p:spPr>
        <p:txBody>
          <a:bodyPr vert="horz" wrap="square" lIns="0" tIns="0" rIns="0" bIns="0" rtlCol="0">
            <a:noAutofit/>
          </a:bodyPr>
          <a:lstStyle/>
          <a:p>
            <a:r>
              <a:rPr lang="en-US" sz="940">
                <a:solidFill>
                  <a:srgbClr val="272334"/>
                </a:solidFill>
                <a:latin typeface="Segoe UI" panose="020B0502040204020203" pitchFamily="34" charset="0"/>
              </a:rPr>
              <a:t>Price the activity that creates the outcome, not the headcount that performs it. Agents and humans both become inputs.</a:t>
            </a:r>
            <a:endParaRPr lang="en-NL" sz="940">
              <a:solidFill>
                <a:srgbClr val="272334"/>
              </a:solidFill>
              <a:latin typeface="Segoe UI" panose="020B0502040204020203" pitchFamily="34" charset="0"/>
            </a:endParaRPr>
          </a:p>
        </p:txBody>
      </p:sp>
      <p:sp>
        <p:nvSpPr>
          <p:cNvPr id="23" name="Rectangle: Rounded Corners 22">
            <a:extLst>
              <a:ext uri="{FF2B5EF4-FFF2-40B4-BE49-F238E27FC236}">
                <a16:creationId xmlns:a16="http://schemas.microsoft.com/office/drawing/2014/main" id="{8991D27E-DD09-AD0F-4FDB-2D019CCA1148}"/>
              </a:ext>
            </a:extLst>
          </p:cNvPr>
          <p:cNvSpPr/>
          <p:nvPr/>
        </p:nvSpPr>
        <p:spPr>
          <a:xfrm>
            <a:off x="8001000" y="2184400"/>
            <a:ext cx="3505200" cy="9525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TextBox 23">
            <a:extLst>
              <a:ext uri="{FF2B5EF4-FFF2-40B4-BE49-F238E27FC236}">
                <a16:creationId xmlns:a16="http://schemas.microsoft.com/office/drawing/2014/main" id="{FA5CE8EC-E091-258C-3D48-1EB06552CCFD}"/>
              </a:ext>
            </a:extLst>
          </p:cNvPr>
          <p:cNvSpPr txBox="1"/>
          <p:nvPr/>
        </p:nvSpPr>
        <p:spPr>
          <a:xfrm>
            <a:off x="8204200" y="2362200"/>
            <a:ext cx="3098800" cy="276999"/>
          </a:xfrm>
          <a:prstGeom prst="rect">
            <a:avLst/>
          </a:prstGeom>
          <a:noFill/>
        </p:spPr>
        <p:txBody>
          <a:bodyPr vert="horz" wrap="square" lIns="0" tIns="0" rIns="0" bIns="0" rtlCol="0">
            <a:noAutofit/>
          </a:bodyPr>
          <a:lstStyle/>
          <a:p>
            <a:r>
              <a:rPr lang="en-US" sz="1140" b="1">
                <a:solidFill>
                  <a:srgbClr val="272334"/>
                </a:solidFill>
                <a:latin typeface="Segoe UI" panose="020B0502040204020203" pitchFamily="34" charset="0"/>
              </a:rPr>
              <a:t>Value Assurance team</a:t>
            </a:r>
            <a:endParaRPr lang="en-NL" sz="1140" b="1">
              <a:solidFill>
                <a:srgbClr val="272334"/>
              </a:solidFill>
              <a:latin typeface="Segoe UI" panose="020B0502040204020203" pitchFamily="34" charset="0"/>
            </a:endParaRPr>
          </a:p>
        </p:txBody>
      </p:sp>
      <p:sp>
        <p:nvSpPr>
          <p:cNvPr id="25" name="TextBox 24">
            <a:extLst>
              <a:ext uri="{FF2B5EF4-FFF2-40B4-BE49-F238E27FC236}">
                <a16:creationId xmlns:a16="http://schemas.microsoft.com/office/drawing/2014/main" id="{0AAE7F7A-5178-2E21-2D60-41243FBE5A2E}"/>
              </a:ext>
            </a:extLst>
          </p:cNvPr>
          <p:cNvSpPr txBox="1"/>
          <p:nvPr/>
        </p:nvSpPr>
        <p:spPr>
          <a:xfrm>
            <a:off x="8204200" y="2730500"/>
            <a:ext cx="3098800" cy="276999"/>
          </a:xfrm>
          <a:prstGeom prst="rect">
            <a:avLst/>
          </a:prstGeom>
          <a:noFill/>
        </p:spPr>
        <p:txBody>
          <a:bodyPr vert="horz" wrap="square" lIns="0" tIns="0" rIns="0" bIns="0" rtlCol="0">
            <a:noAutofit/>
          </a:bodyPr>
          <a:lstStyle/>
          <a:p>
            <a:r>
              <a:rPr lang="en-US" sz="840">
                <a:solidFill>
                  <a:srgbClr val="272334"/>
                </a:solidFill>
                <a:latin typeface="Segoe UI" panose="020B0502040204020203" pitchFamily="34" charset="0"/>
              </a:rPr>
              <a:t>New firm-level function. Owns outcome definitions, attribution, disputes, audit. Most partners do not have it yet.</a:t>
            </a:r>
            <a:endParaRPr lang="en-NL" sz="840">
              <a:solidFill>
                <a:srgbClr val="272334"/>
              </a:solidFill>
              <a:latin typeface="Segoe UI" panose="020B0502040204020203" pitchFamily="34" charset="0"/>
            </a:endParaRPr>
          </a:p>
        </p:txBody>
      </p:sp>
      <p:sp>
        <p:nvSpPr>
          <p:cNvPr id="26" name="Rectangle: Rounded Corners 25">
            <a:extLst>
              <a:ext uri="{FF2B5EF4-FFF2-40B4-BE49-F238E27FC236}">
                <a16:creationId xmlns:a16="http://schemas.microsoft.com/office/drawing/2014/main" id="{5F163982-2BC0-3277-93CF-BA67A11F59D7}"/>
              </a:ext>
            </a:extLst>
          </p:cNvPr>
          <p:cNvSpPr/>
          <p:nvPr/>
        </p:nvSpPr>
        <p:spPr>
          <a:xfrm>
            <a:off x="8001000" y="3263900"/>
            <a:ext cx="3505200" cy="9525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7" name="TextBox 26">
            <a:extLst>
              <a:ext uri="{FF2B5EF4-FFF2-40B4-BE49-F238E27FC236}">
                <a16:creationId xmlns:a16="http://schemas.microsoft.com/office/drawing/2014/main" id="{D1B17D1D-9B24-6679-CD3A-9B7188953EBB}"/>
              </a:ext>
            </a:extLst>
          </p:cNvPr>
          <p:cNvSpPr txBox="1"/>
          <p:nvPr/>
        </p:nvSpPr>
        <p:spPr>
          <a:xfrm>
            <a:off x="8204200" y="3441700"/>
            <a:ext cx="3098800" cy="276999"/>
          </a:xfrm>
          <a:prstGeom prst="rect">
            <a:avLst/>
          </a:prstGeom>
          <a:noFill/>
        </p:spPr>
        <p:txBody>
          <a:bodyPr vert="horz" wrap="square" lIns="0" tIns="0" rIns="0" bIns="0" rtlCol="0">
            <a:noAutofit/>
          </a:bodyPr>
          <a:lstStyle/>
          <a:p>
            <a:r>
              <a:rPr lang="en-US" sz="1140" b="1">
                <a:solidFill>
                  <a:srgbClr val="272334"/>
                </a:solidFill>
                <a:latin typeface="Segoe UI" panose="020B0502040204020203" pitchFamily="34" charset="0"/>
              </a:rPr>
              <a:t>Industry focus</a:t>
            </a:r>
            <a:endParaRPr lang="en-NL" sz="1140" b="1">
              <a:solidFill>
                <a:srgbClr val="272334"/>
              </a:solidFill>
              <a:latin typeface="Segoe UI" panose="020B0502040204020203" pitchFamily="34" charset="0"/>
            </a:endParaRPr>
          </a:p>
        </p:txBody>
      </p:sp>
      <p:sp>
        <p:nvSpPr>
          <p:cNvPr id="28" name="TextBox 27">
            <a:extLst>
              <a:ext uri="{FF2B5EF4-FFF2-40B4-BE49-F238E27FC236}">
                <a16:creationId xmlns:a16="http://schemas.microsoft.com/office/drawing/2014/main" id="{C0A2A630-29AD-2123-0030-7B0F6F6857BF}"/>
              </a:ext>
            </a:extLst>
          </p:cNvPr>
          <p:cNvSpPr txBox="1"/>
          <p:nvPr/>
        </p:nvSpPr>
        <p:spPr>
          <a:xfrm>
            <a:off x="8204200" y="3810000"/>
            <a:ext cx="3098800" cy="276999"/>
          </a:xfrm>
          <a:prstGeom prst="rect">
            <a:avLst/>
          </a:prstGeom>
          <a:noFill/>
        </p:spPr>
        <p:txBody>
          <a:bodyPr vert="horz" wrap="square" lIns="0" tIns="0" rIns="0" bIns="0" rtlCol="0">
            <a:noAutofit/>
          </a:bodyPr>
          <a:lstStyle/>
          <a:p>
            <a:r>
              <a:rPr lang="en-US" sz="870">
                <a:solidFill>
                  <a:srgbClr val="272334"/>
                </a:solidFill>
                <a:latin typeface="Segoe UI" panose="020B0502040204020203" pitchFamily="34" charset="0"/>
              </a:rPr>
              <a:t>Outcome contracts work only on KPIs we genuinely understand. Horizontal partners cannot sell them.</a:t>
            </a:r>
            <a:endParaRPr lang="en-NL" sz="870">
              <a:solidFill>
                <a:srgbClr val="272334"/>
              </a:solidFill>
              <a:latin typeface="Segoe UI" panose="020B0502040204020203" pitchFamily="34" charset="0"/>
            </a:endParaRPr>
          </a:p>
        </p:txBody>
      </p:sp>
      <p:sp>
        <p:nvSpPr>
          <p:cNvPr id="29" name="Rectangle: Rounded Corners 28">
            <a:extLst>
              <a:ext uri="{FF2B5EF4-FFF2-40B4-BE49-F238E27FC236}">
                <a16:creationId xmlns:a16="http://schemas.microsoft.com/office/drawing/2014/main" id="{326D1843-8BC8-3A43-18FD-3D34237D64DB}"/>
              </a:ext>
            </a:extLst>
          </p:cNvPr>
          <p:cNvSpPr/>
          <p:nvPr/>
        </p:nvSpPr>
        <p:spPr>
          <a:xfrm>
            <a:off x="8001000" y="4343400"/>
            <a:ext cx="3505200" cy="1003300"/>
          </a:xfrm>
          <a:prstGeom prst="roundRect">
            <a:avLst/>
          </a:prstGeom>
          <a:solidFill>
            <a:srgbClr val="FFFFFF"/>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0" name="TextBox 29">
            <a:extLst>
              <a:ext uri="{FF2B5EF4-FFF2-40B4-BE49-F238E27FC236}">
                <a16:creationId xmlns:a16="http://schemas.microsoft.com/office/drawing/2014/main" id="{C86B588B-1283-2B98-F6BF-A0CB14AEAE31}"/>
              </a:ext>
            </a:extLst>
          </p:cNvPr>
          <p:cNvSpPr txBox="1"/>
          <p:nvPr/>
        </p:nvSpPr>
        <p:spPr>
          <a:xfrm>
            <a:off x="8204200" y="4521200"/>
            <a:ext cx="3098800" cy="276999"/>
          </a:xfrm>
          <a:prstGeom prst="rect">
            <a:avLst/>
          </a:prstGeom>
          <a:noFill/>
        </p:spPr>
        <p:txBody>
          <a:bodyPr vert="horz" wrap="square" lIns="0" tIns="0" rIns="0" bIns="0" rtlCol="0">
            <a:noAutofit/>
          </a:bodyPr>
          <a:lstStyle/>
          <a:p>
            <a:r>
              <a:rPr lang="en-US" sz="1140" b="1">
                <a:solidFill>
                  <a:srgbClr val="272334"/>
                </a:solidFill>
                <a:latin typeface="Segoe UI" panose="020B0502040204020203" pitchFamily="34" charset="0"/>
              </a:rPr>
              <a:t>BPR / Advisory</a:t>
            </a:r>
            <a:endParaRPr lang="en-NL" sz="1140" b="1">
              <a:solidFill>
                <a:srgbClr val="272334"/>
              </a:solidFill>
              <a:latin typeface="Segoe UI" panose="020B0502040204020203" pitchFamily="34" charset="0"/>
            </a:endParaRPr>
          </a:p>
        </p:txBody>
      </p:sp>
      <p:sp>
        <p:nvSpPr>
          <p:cNvPr id="31" name="TextBox 30">
            <a:extLst>
              <a:ext uri="{FF2B5EF4-FFF2-40B4-BE49-F238E27FC236}">
                <a16:creationId xmlns:a16="http://schemas.microsoft.com/office/drawing/2014/main" id="{F25BDD2E-3803-EA45-BF4D-2A27955FFBA9}"/>
              </a:ext>
            </a:extLst>
          </p:cNvPr>
          <p:cNvSpPr txBox="1"/>
          <p:nvPr/>
        </p:nvSpPr>
        <p:spPr>
          <a:xfrm>
            <a:off x="8204200" y="4889500"/>
            <a:ext cx="3098800" cy="276999"/>
          </a:xfrm>
          <a:prstGeom prst="rect">
            <a:avLst/>
          </a:prstGeom>
          <a:noFill/>
        </p:spPr>
        <p:txBody>
          <a:bodyPr vert="horz" wrap="square" lIns="0" tIns="0" rIns="0" bIns="0" rtlCol="0">
            <a:noAutofit/>
          </a:bodyPr>
          <a:lstStyle/>
          <a:p>
            <a:r>
              <a:rPr lang="en-US" sz="860">
                <a:solidFill>
                  <a:srgbClr val="272334"/>
                </a:solidFill>
                <a:latin typeface="Segoe UI" panose="020B0502040204020203" pitchFamily="34" charset="0"/>
              </a:rPr>
              <a:t>Redesign the process before pricing the outcome. Prove AI value potential to the customer; implementation alone will not justify outcome pricing.</a:t>
            </a:r>
            <a:endParaRPr lang="en-NL" sz="860">
              <a:solidFill>
                <a:srgbClr val="272334"/>
              </a:solidFill>
              <a:latin typeface="Segoe UI" panose="020B0502040204020203" pitchFamily="34" charset="0"/>
            </a:endParaRPr>
          </a:p>
        </p:txBody>
      </p:sp>
      <p:sp>
        <p:nvSpPr>
          <p:cNvPr id="32" name="Rectangle: Rounded Corners 31">
            <a:extLst>
              <a:ext uri="{FF2B5EF4-FFF2-40B4-BE49-F238E27FC236}">
                <a16:creationId xmlns:a16="http://schemas.microsoft.com/office/drawing/2014/main" id="{73492B63-780B-0620-92DD-E5CF5F32E491}"/>
              </a:ext>
            </a:extLst>
          </p:cNvPr>
          <p:cNvSpPr/>
          <p:nvPr/>
        </p:nvSpPr>
        <p:spPr>
          <a:xfrm>
            <a:off x="685800" y="5549900"/>
            <a:ext cx="10820400" cy="533400"/>
          </a:xfrm>
          <a:prstGeom prst="roundRect">
            <a:avLst/>
          </a:prstGeom>
          <a:solidFill>
            <a:srgbClr val="F0EAF7"/>
          </a:solidFill>
          <a:ln w="9525">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3" name="TextBox 32">
            <a:extLst>
              <a:ext uri="{FF2B5EF4-FFF2-40B4-BE49-F238E27FC236}">
                <a16:creationId xmlns:a16="http://schemas.microsoft.com/office/drawing/2014/main" id="{2DD275F3-40D6-E289-B01A-51F627D1E37C}"/>
              </a:ext>
            </a:extLst>
          </p:cNvPr>
          <p:cNvSpPr txBox="1"/>
          <p:nvPr/>
        </p:nvSpPr>
        <p:spPr>
          <a:xfrm>
            <a:off x="914400" y="5715000"/>
            <a:ext cx="10363200" cy="276999"/>
          </a:xfrm>
          <a:prstGeom prst="rect">
            <a:avLst/>
          </a:prstGeom>
          <a:noFill/>
        </p:spPr>
        <p:txBody>
          <a:bodyPr vert="horz" wrap="square" lIns="0" tIns="0" rIns="0" bIns="0" rtlCol="0">
            <a:noAutofit/>
          </a:bodyPr>
          <a:lstStyle/>
          <a:p>
            <a:pPr algn="ctr"/>
            <a:r>
              <a:rPr lang="en-US" sz="1050" b="1">
                <a:solidFill>
                  <a:srgbClr val="703DB2"/>
                </a:solidFill>
                <a:latin typeface="Segoe UI" panose="020B0502040204020203" pitchFamily="34" charset="0"/>
              </a:rPr>
              <a:t>Measure with the first column. Discipline with the second. Enforce with the third. All in place before the first outcome deal closes.</a:t>
            </a:r>
            <a:endParaRPr lang="en-NL" sz="1050" b="1">
              <a:solidFill>
                <a:srgbClr val="703DB2"/>
              </a:solidFill>
              <a:latin typeface="Segoe UI" panose="020B0502040204020203" pitchFamily="34" charset="0"/>
            </a:endParaRPr>
          </a:p>
        </p:txBody>
      </p:sp>
      <p:cxnSp>
        <p:nvCxnSpPr>
          <p:cNvPr id="34" name="Straight Connector 33">
            <a:extLst>
              <a:ext uri="{FF2B5EF4-FFF2-40B4-BE49-F238E27FC236}">
                <a16:creationId xmlns:a16="http://schemas.microsoft.com/office/drawing/2014/main" id="{4E913513-ECB4-EFB0-6DB3-77749167596E}"/>
              </a:ext>
            </a:extLst>
          </p:cNvPr>
          <p:cNvCxnSpPr/>
          <p:nvPr/>
        </p:nvCxnSpPr>
        <p:spPr>
          <a:xfrm>
            <a:off x="685800" y="6350000"/>
            <a:ext cx="10820400" cy="0"/>
          </a:xfrm>
          <a:prstGeom prst="line">
            <a:avLst/>
          </a:prstGeom>
          <a:ln w="8890">
            <a:solidFill>
              <a:srgbClr val="E0DCE8"/>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5E6072B-2183-8FB2-D55D-26F06695B906}"/>
              </a:ext>
            </a:extLst>
          </p:cNvPr>
          <p:cNvSpPr txBox="1"/>
          <p:nvPr/>
        </p:nvSpPr>
        <p:spPr>
          <a:xfrm>
            <a:off x="713740" y="6464300"/>
            <a:ext cx="10789920" cy="276999"/>
          </a:xfrm>
          <a:prstGeom prst="rect">
            <a:avLst/>
          </a:prstGeom>
          <a:noFill/>
        </p:spPr>
        <p:txBody>
          <a:bodyPr vert="horz" wrap="square" lIns="0" tIns="0" rIns="0" bIns="0" rtlCol="0">
            <a:noAutofit/>
          </a:bodyPr>
          <a:lstStyle/>
          <a:p>
            <a:r>
              <a:rPr lang="en-US" sz="800" b="1">
                <a:solidFill>
                  <a:srgbClr val="625D6E"/>
                </a:solidFill>
                <a:latin typeface="Segoe UI" panose="020B0502040204020203" pitchFamily="34" charset="0"/>
              </a:rPr>
              <a:t>COMMERCIAL MODEL  ·  ORGANISATION</a:t>
            </a:r>
            <a:endParaRPr lang="en-NL" sz="800" b="1">
              <a:solidFill>
                <a:srgbClr val="625D6E"/>
              </a:solidFill>
              <a:latin typeface="Segoe UI" panose="020B0502040204020203" pitchFamily="34" charset="0"/>
            </a:endParaRPr>
          </a:p>
        </p:txBody>
      </p:sp>
    </p:spTree>
    <p:extLst>
      <p:ext uri="{BB962C8B-B14F-4D97-AF65-F5344CB8AC3E}">
        <p14:creationId xmlns:p14="http://schemas.microsoft.com/office/powerpoint/2010/main" val="4036090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81AF2A0-C1E5-ABBC-4B93-9588E0FE5BED}"/>
              </a:ext>
            </a:extLst>
          </p:cNvPr>
          <p:cNvSpPr/>
          <p:nvPr/>
        </p:nvSpPr>
        <p:spPr>
          <a:xfrm>
            <a:off x="0" y="0"/>
            <a:ext cx="12191695" cy="64008"/>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 name="Rectangle: Rounded Corners 2">
            <a:extLst>
              <a:ext uri="{FF2B5EF4-FFF2-40B4-BE49-F238E27FC236}">
                <a16:creationId xmlns:a16="http://schemas.microsoft.com/office/drawing/2014/main" id="{EEF6FE8A-96AE-BFF6-32AC-5BD0DE9A55CB}"/>
              </a:ext>
            </a:extLst>
          </p:cNvPr>
          <p:cNvSpPr/>
          <p:nvPr/>
        </p:nvSpPr>
        <p:spPr>
          <a:xfrm>
            <a:off x="667512" y="356616"/>
            <a:ext cx="64008" cy="283464"/>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TextBox 3">
            <a:extLst>
              <a:ext uri="{FF2B5EF4-FFF2-40B4-BE49-F238E27FC236}">
                <a16:creationId xmlns:a16="http://schemas.microsoft.com/office/drawing/2014/main" id="{89A5864B-39DD-DAF4-6658-E291491B3E7C}"/>
              </a:ext>
            </a:extLst>
          </p:cNvPr>
          <p:cNvSpPr txBox="1"/>
          <p:nvPr/>
        </p:nvSpPr>
        <p:spPr>
          <a:xfrm>
            <a:off x="841248" y="425866"/>
            <a:ext cx="9144000" cy="138499"/>
          </a:xfrm>
          <a:prstGeom prst="rect">
            <a:avLst/>
          </a:prstGeom>
          <a:noFill/>
        </p:spPr>
        <p:txBody>
          <a:bodyPr vert="horz" wrap="square" lIns="0" tIns="0" rIns="0" bIns="0" rtlCol="0" anchor="ctr">
            <a:spAutoFit/>
          </a:bodyPr>
          <a:lstStyle/>
          <a:p>
            <a:r>
              <a:rPr lang="en-US" sz="900" b="1" dirty="0">
                <a:solidFill>
                  <a:srgbClr val="703DB2"/>
                </a:solidFill>
                <a:latin typeface="Segoe UI" panose="020B0502040204020203" pitchFamily="34" charset="0"/>
              </a:rPr>
              <a:t>CASE STUDY  |  CUSTOM AP INVOICE-MATCHING SOLUTION</a:t>
            </a:r>
            <a:endParaRPr lang="en-NL" sz="900" b="1" dirty="0">
              <a:solidFill>
                <a:srgbClr val="703DB2"/>
              </a:solidFill>
              <a:latin typeface="Segoe UI" panose="020B0502040204020203" pitchFamily="34" charset="0"/>
            </a:endParaRPr>
          </a:p>
        </p:txBody>
      </p:sp>
      <p:sp>
        <p:nvSpPr>
          <p:cNvPr id="5" name="TextBox 4">
            <a:extLst>
              <a:ext uri="{FF2B5EF4-FFF2-40B4-BE49-F238E27FC236}">
                <a16:creationId xmlns:a16="http://schemas.microsoft.com/office/drawing/2014/main" id="{CD48E177-3829-C57A-867C-845D19EDCB29}"/>
              </a:ext>
            </a:extLst>
          </p:cNvPr>
          <p:cNvSpPr txBox="1"/>
          <p:nvPr/>
        </p:nvSpPr>
        <p:spPr>
          <a:xfrm>
            <a:off x="667512" y="660821"/>
            <a:ext cx="10881360" cy="400110"/>
          </a:xfrm>
          <a:prstGeom prst="rect">
            <a:avLst/>
          </a:prstGeom>
          <a:noFill/>
        </p:spPr>
        <p:txBody>
          <a:bodyPr vert="horz" wrap="square" lIns="0" tIns="0" rIns="0" bIns="0" rtlCol="0" anchor="ctr">
            <a:spAutoFit/>
          </a:bodyPr>
          <a:lstStyle/>
          <a:p>
            <a:r>
              <a:rPr lang="en-US" sz="2600" b="1" dirty="0">
                <a:solidFill>
                  <a:srgbClr val="272334"/>
                </a:solidFill>
                <a:latin typeface="Segoe UI" panose="020B0502040204020203" pitchFamily="34" charset="0"/>
              </a:rPr>
              <a:t>Build a custom solution for AP invoice processing</a:t>
            </a:r>
            <a:endParaRPr lang="en-NL" sz="2600" b="1" dirty="0">
              <a:solidFill>
                <a:srgbClr val="272334"/>
              </a:solidFill>
              <a:latin typeface="Segoe UI" panose="020B0502040204020203" pitchFamily="34" charset="0"/>
            </a:endParaRPr>
          </a:p>
        </p:txBody>
      </p:sp>
      <p:sp>
        <p:nvSpPr>
          <p:cNvPr id="6" name="TextBox 5">
            <a:extLst>
              <a:ext uri="{FF2B5EF4-FFF2-40B4-BE49-F238E27FC236}">
                <a16:creationId xmlns:a16="http://schemas.microsoft.com/office/drawing/2014/main" id="{615B20F5-CBC9-1BDD-D2EE-1B74EEE6091E}"/>
              </a:ext>
            </a:extLst>
          </p:cNvPr>
          <p:cNvSpPr txBox="1"/>
          <p:nvPr/>
        </p:nvSpPr>
        <p:spPr>
          <a:xfrm>
            <a:off x="685800" y="1344614"/>
            <a:ext cx="10789920" cy="184666"/>
          </a:xfrm>
          <a:prstGeom prst="rect">
            <a:avLst/>
          </a:prstGeom>
          <a:noFill/>
        </p:spPr>
        <p:txBody>
          <a:bodyPr vert="horz" wrap="square" lIns="0" tIns="0" rIns="0" bIns="0" rtlCol="0" anchor="ctr">
            <a:spAutoFit/>
          </a:bodyPr>
          <a:lstStyle/>
          <a:p>
            <a:r>
              <a:rPr lang="en-US" sz="1200" dirty="0">
                <a:solidFill>
                  <a:srgbClr val="625D6E"/>
                </a:solidFill>
                <a:latin typeface="Segoe UI" panose="020B0502040204020203" pitchFamily="34" charset="0"/>
              </a:rPr>
              <a:t>Automate three-way matching across purchase orders, goods receipts and supplier invoices.</a:t>
            </a:r>
            <a:endParaRPr lang="en-NL" sz="1200" dirty="0">
              <a:solidFill>
                <a:srgbClr val="625D6E"/>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07C2C0A5-898F-F804-C874-D12E14104176}"/>
              </a:ext>
            </a:extLst>
          </p:cNvPr>
          <p:cNvSpPr/>
          <p:nvPr/>
        </p:nvSpPr>
        <p:spPr>
          <a:xfrm>
            <a:off x="685800" y="1929384"/>
            <a:ext cx="3502152" cy="877824"/>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8" name="Rectangle: Rounded Corners 7">
            <a:extLst>
              <a:ext uri="{FF2B5EF4-FFF2-40B4-BE49-F238E27FC236}">
                <a16:creationId xmlns:a16="http://schemas.microsoft.com/office/drawing/2014/main" id="{9ECD73F1-5A13-100E-ACA4-66D5C559EFE9}"/>
              </a:ext>
            </a:extLst>
          </p:cNvPr>
          <p:cNvSpPr/>
          <p:nvPr/>
        </p:nvSpPr>
        <p:spPr>
          <a:xfrm>
            <a:off x="868680" y="2084832"/>
            <a:ext cx="54864" cy="548640"/>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TextBox 8">
            <a:extLst>
              <a:ext uri="{FF2B5EF4-FFF2-40B4-BE49-F238E27FC236}">
                <a16:creationId xmlns:a16="http://schemas.microsoft.com/office/drawing/2014/main" id="{19078628-8433-F129-C229-D3B244E1DD1E}"/>
              </a:ext>
            </a:extLst>
          </p:cNvPr>
          <p:cNvSpPr txBox="1"/>
          <p:nvPr/>
        </p:nvSpPr>
        <p:spPr>
          <a:xfrm>
            <a:off x="1051560" y="2161776"/>
            <a:ext cx="2880360"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SOLUTION BUILD</a:t>
            </a:r>
            <a:endParaRPr lang="en-NL" sz="800" b="1">
              <a:solidFill>
                <a:srgbClr val="625D6E"/>
              </a:solidFill>
              <a:latin typeface="Segoe UI" panose="020B0502040204020203" pitchFamily="34" charset="0"/>
            </a:endParaRPr>
          </a:p>
        </p:txBody>
      </p:sp>
      <p:sp>
        <p:nvSpPr>
          <p:cNvPr id="10" name="TextBox 9">
            <a:extLst>
              <a:ext uri="{FF2B5EF4-FFF2-40B4-BE49-F238E27FC236}">
                <a16:creationId xmlns:a16="http://schemas.microsoft.com/office/drawing/2014/main" id="{F0E5F78F-4D73-8508-D872-79EF5775A99F}"/>
              </a:ext>
            </a:extLst>
          </p:cNvPr>
          <p:cNvSpPr txBox="1"/>
          <p:nvPr/>
        </p:nvSpPr>
        <p:spPr>
          <a:xfrm>
            <a:off x="1051560" y="2253773"/>
            <a:ext cx="1508760" cy="323165"/>
          </a:xfrm>
          <a:prstGeom prst="rect">
            <a:avLst/>
          </a:prstGeom>
          <a:noFill/>
        </p:spPr>
        <p:txBody>
          <a:bodyPr vert="horz" wrap="square" lIns="0" tIns="0" rIns="0" bIns="0" rtlCol="0" anchor="ctr">
            <a:spAutoFit/>
          </a:bodyPr>
          <a:lstStyle/>
          <a:p>
            <a:r>
              <a:rPr lang="en-US" sz="2100" b="1">
                <a:solidFill>
                  <a:srgbClr val="703DB2"/>
                </a:solidFill>
                <a:latin typeface="Segoe UI" panose="020B0502040204020203" pitchFamily="34" charset="0"/>
              </a:rPr>
              <a:t>$90K</a:t>
            </a:r>
            <a:endParaRPr lang="en-NL" sz="2100" b="1">
              <a:solidFill>
                <a:srgbClr val="703DB2"/>
              </a:solidFill>
              <a:latin typeface="Segoe UI" panose="020B0502040204020203" pitchFamily="34" charset="0"/>
            </a:endParaRPr>
          </a:p>
        </p:txBody>
      </p:sp>
      <p:sp>
        <p:nvSpPr>
          <p:cNvPr id="11" name="TextBox 10">
            <a:extLst>
              <a:ext uri="{FF2B5EF4-FFF2-40B4-BE49-F238E27FC236}">
                <a16:creationId xmlns:a16="http://schemas.microsoft.com/office/drawing/2014/main" id="{30694B59-1D9D-ED21-5FBA-DC0A05A35C7B}"/>
              </a:ext>
            </a:extLst>
          </p:cNvPr>
          <p:cNvSpPr txBox="1"/>
          <p:nvPr/>
        </p:nvSpPr>
        <p:spPr>
          <a:xfrm>
            <a:off x="2468880" y="2395673"/>
            <a:ext cx="1463040" cy="130805"/>
          </a:xfrm>
          <a:prstGeom prst="rect">
            <a:avLst/>
          </a:prstGeom>
          <a:noFill/>
        </p:spPr>
        <p:txBody>
          <a:bodyPr vert="horz" wrap="square" lIns="0" tIns="0" rIns="0" bIns="0" rtlCol="0" anchor="ctr">
            <a:spAutoFit/>
          </a:bodyPr>
          <a:lstStyle/>
          <a:p>
            <a:pPr algn="r"/>
            <a:r>
              <a:rPr lang="en-US" sz="850">
                <a:solidFill>
                  <a:srgbClr val="625D6E"/>
                </a:solidFill>
                <a:latin typeface="Segoe UI" panose="020B0502040204020203" pitchFamily="34" charset="0"/>
              </a:rPr>
              <a:t>~692 hours at $130/hour</a:t>
            </a:r>
            <a:endParaRPr lang="en-NL" sz="850">
              <a:solidFill>
                <a:srgbClr val="625D6E"/>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23B76E2C-5D56-3491-89D6-06E94B43BD4C}"/>
              </a:ext>
            </a:extLst>
          </p:cNvPr>
          <p:cNvSpPr/>
          <p:nvPr/>
        </p:nvSpPr>
        <p:spPr>
          <a:xfrm>
            <a:off x="4343400" y="1929384"/>
            <a:ext cx="3502152" cy="877824"/>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Rectangle: Rounded Corners 12">
            <a:extLst>
              <a:ext uri="{FF2B5EF4-FFF2-40B4-BE49-F238E27FC236}">
                <a16:creationId xmlns:a16="http://schemas.microsoft.com/office/drawing/2014/main" id="{1C1EB872-1430-9A6B-3494-6A2AC1B0628B}"/>
              </a:ext>
            </a:extLst>
          </p:cNvPr>
          <p:cNvSpPr/>
          <p:nvPr/>
        </p:nvSpPr>
        <p:spPr>
          <a:xfrm>
            <a:off x="4526280" y="2084832"/>
            <a:ext cx="54864" cy="548640"/>
          </a:xfrm>
          <a:prstGeom prst="roundRect">
            <a:avLst/>
          </a:prstGeom>
          <a:solidFill>
            <a:srgbClr val="135A7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TextBox 13">
            <a:extLst>
              <a:ext uri="{FF2B5EF4-FFF2-40B4-BE49-F238E27FC236}">
                <a16:creationId xmlns:a16="http://schemas.microsoft.com/office/drawing/2014/main" id="{BC9E879E-F709-3DE0-E8A6-6E4C64FFE963}"/>
              </a:ext>
            </a:extLst>
          </p:cNvPr>
          <p:cNvSpPr txBox="1"/>
          <p:nvPr/>
        </p:nvSpPr>
        <p:spPr>
          <a:xfrm>
            <a:off x="4709160" y="2161776"/>
            <a:ext cx="2880360"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ANNUAL WORKLOAD</a:t>
            </a:r>
            <a:endParaRPr lang="en-NL" sz="800" b="1">
              <a:solidFill>
                <a:srgbClr val="625D6E"/>
              </a:solidFill>
              <a:latin typeface="Segoe UI" panose="020B0502040204020203" pitchFamily="34" charset="0"/>
            </a:endParaRPr>
          </a:p>
        </p:txBody>
      </p:sp>
      <p:sp>
        <p:nvSpPr>
          <p:cNvPr id="15" name="TextBox 14">
            <a:extLst>
              <a:ext uri="{FF2B5EF4-FFF2-40B4-BE49-F238E27FC236}">
                <a16:creationId xmlns:a16="http://schemas.microsoft.com/office/drawing/2014/main" id="{A8E29380-E4B7-29DC-1BED-D70DC5501873}"/>
              </a:ext>
            </a:extLst>
          </p:cNvPr>
          <p:cNvSpPr txBox="1"/>
          <p:nvPr/>
        </p:nvSpPr>
        <p:spPr>
          <a:xfrm>
            <a:off x="4709160" y="2253773"/>
            <a:ext cx="1508760" cy="323165"/>
          </a:xfrm>
          <a:prstGeom prst="rect">
            <a:avLst/>
          </a:prstGeom>
          <a:noFill/>
        </p:spPr>
        <p:txBody>
          <a:bodyPr vert="horz" wrap="square" lIns="0" tIns="0" rIns="0" bIns="0" rtlCol="0" anchor="ctr">
            <a:spAutoFit/>
          </a:bodyPr>
          <a:lstStyle/>
          <a:p>
            <a:r>
              <a:rPr lang="en-NL" sz="2100" b="1">
                <a:solidFill>
                  <a:srgbClr val="135A7A"/>
                </a:solidFill>
                <a:latin typeface="Segoe UI" panose="020B0502040204020203" pitchFamily="34" charset="0"/>
              </a:rPr>
              <a:t>50,000</a:t>
            </a:r>
          </a:p>
        </p:txBody>
      </p:sp>
      <p:sp>
        <p:nvSpPr>
          <p:cNvPr id="16" name="TextBox 15">
            <a:extLst>
              <a:ext uri="{FF2B5EF4-FFF2-40B4-BE49-F238E27FC236}">
                <a16:creationId xmlns:a16="http://schemas.microsoft.com/office/drawing/2014/main" id="{1E1F64E8-A649-3ECD-61C4-D0AFFF34A06A}"/>
              </a:ext>
            </a:extLst>
          </p:cNvPr>
          <p:cNvSpPr txBox="1"/>
          <p:nvPr/>
        </p:nvSpPr>
        <p:spPr>
          <a:xfrm>
            <a:off x="6126480" y="2395673"/>
            <a:ext cx="1463040" cy="130805"/>
          </a:xfrm>
          <a:prstGeom prst="rect">
            <a:avLst/>
          </a:prstGeom>
          <a:noFill/>
        </p:spPr>
        <p:txBody>
          <a:bodyPr vert="horz" wrap="square" lIns="0" tIns="0" rIns="0" bIns="0" rtlCol="0" anchor="ctr">
            <a:spAutoFit/>
          </a:bodyPr>
          <a:lstStyle/>
          <a:p>
            <a:pPr algn="r"/>
            <a:r>
              <a:rPr lang="en-US" sz="850">
                <a:solidFill>
                  <a:srgbClr val="625D6E"/>
                </a:solidFill>
                <a:latin typeface="Segoe UI" panose="020B0502040204020203" pitchFamily="34" charset="0"/>
              </a:rPr>
              <a:t>AP invoices processed</a:t>
            </a:r>
            <a:endParaRPr lang="en-NL" sz="850">
              <a:solidFill>
                <a:srgbClr val="625D6E"/>
              </a:solidFill>
              <a:latin typeface="Segoe UI" panose="020B0502040204020203" pitchFamily="34" charset="0"/>
            </a:endParaRPr>
          </a:p>
        </p:txBody>
      </p:sp>
      <p:sp>
        <p:nvSpPr>
          <p:cNvPr id="17" name="Rectangle: Rounded Corners 16">
            <a:extLst>
              <a:ext uri="{FF2B5EF4-FFF2-40B4-BE49-F238E27FC236}">
                <a16:creationId xmlns:a16="http://schemas.microsoft.com/office/drawing/2014/main" id="{DD8A11BB-9F9C-13A3-4A7C-E99136218940}"/>
              </a:ext>
            </a:extLst>
          </p:cNvPr>
          <p:cNvSpPr/>
          <p:nvPr/>
        </p:nvSpPr>
        <p:spPr>
          <a:xfrm>
            <a:off x="8001000" y="1929384"/>
            <a:ext cx="3502152" cy="877824"/>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Rectangle: Rounded Corners 17">
            <a:extLst>
              <a:ext uri="{FF2B5EF4-FFF2-40B4-BE49-F238E27FC236}">
                <a16:creationId xmlns:a16="http://schemas.microsoft.com/office/drawing/2014/main" id="{7A2D81A2-3575-7D9C-C761-B79F0C376E01}"/>
              </a:ext>
            </a:extLst>
          </p:cNvPr>
          <p:cNvSpPr/>
          <p:nvPr/>
        </p:nvSpPr>
        <p:spPr>
          <a:xfrm>
            <a:off x="8183880" y="2084832"/>
            <a:ext cx="54864" cy="548640"/>
          </a:xfrm>
          <a:prstGeom prst="roundRect">
            <a:avLst/>
          </a:prstGeom>
          <a:solidFill>
            <a:srgbClr val="2B796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9" name="TextBox 18">
            <a:extLst>
              <a:ext uri="{FF2B5EF4-FFF2-40B4-BE49-F238E27FC236}">
                <a16:creationId xmlns:a16="http://schemas.microsoft.com/office/drawing/2014/main" id="{CE30D579-B2E2-51B7-E090-8A5F24FCED49}"/>
              </a:ext>
            </a:extLst>
          </p:cNvPr>
          <p:cNvSpPr txBox="1"/>
          <p:nvPr/>
        </p:nvSpPr>
        <p:spPr>
          <a:xfrm>
            <a:off x="8366760" y="2161776"/>
            <a:ext cx="2880360"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MATCH TARGET</a:t>
            </a:r>
            <a:endParaRPr lang="en-NL" sz="800" b="1">
              <a:solidFill>
                <a:srgbClr val="625D6E"/>
              </a:solidFill>
              <a:latin typeface="Segoe UI" panose="020B0502040204020203" pitchFamily="34" charset="0"/>
            </a:endParaRPr>
          </a:p>
        </p:txBody>
      </p:sp>
      <p:sp>
        <p:nvSpPr>
          <p:cNvPr id="20" name="TextBox 19">
            <a:extLst>
              <a:ext uri="{FF2B5EF4-FFF2-40B4-BE49-F238E27FC236}">
                <a16:creationId xmlns:a16="http://schemas.microsoft.com/office/drawing/2014/main" id="{B9CBE620-A4B5-B3E0-5E07-64FCD9D3D2F1}"/>
              </a:ext>
            </a:extLst>
          </p:cNvPr>
          <p:cNvSpPr txBox="1"/>
          <p:nvPr/>
        </p:nvSpPr>
        <p:spPr>
          <a:xfrm>
            <a:off x="8366760" y="2253773"/>
            <a:ext cx="1508760" cy="323165"/>
          </a:xfrm>
          <a:prstGeom prst="rect">
            <a:avLst/>
          </a:prstGeom>
          <a:noFill/>
        </p:spPr>
        <p:txBody>
          <a:bodyPr vert="horz" wrap="square" lIns="0" tIns="0" rIns="0" bIns="0" rtlCol="0" anchor="ctr">
            <a:spAutoFit/>
          </a:bodyPr>
          <a:lstStyle/>
          <a:p>
            <a:r>
              <a:rPr lang="en-NL" sz="2100" b="1">
                <a:solidFill>
                  <a:srgbClr val="2B796D"/>
                </a:solidFill>
                <a:latin typeface="Segoe UI" panose="020B0502040204020203" pitchFamily="34" charset="0"/>
              </a:rPr>
              <a:t>90%</a:t>
            </a:r>
          </a:p>
        </p:txBody>
      </p:sp>
      <p:sp>
        <p:nvSpPr>
          <p:cNvPr id="21" name="TextBox 20">
            <a:extLst>
              <a:ext uri="{FF2B5EF4-FFF2-40B4-BE49-F238E27FC236}">
                <a16:creationId xmlns:a16="http://schemas.microsoft.com/office/drawing/2014/main" id="{FACAC633-6A05-541D-FFFD-7FC6412DD018}"/>
              </a:ext>
            </a:extLst>
          </p:cNvPr>
          <p:cNvSpPr txBox="1"/>
          <p:nvPr/>
        </p:nvSpPr>
        <p:spPr>
          <a:xfrm>
            <a:off x="9784080" y="2395673"/>
            <a:ext cx="1463040" cy="130805"/>
          </a:xfrm>
          <a:prstGeom prst="rect">
            <a:avLst/>
          </a:prstGeom>
          <a:noFill/>
        </p:spPr>
        <p:txBody>
          <a:bodyPr vert="horz" wrap="square" lIns="0" tIns="0" rIns="0" bIns="0" rtlCol="0" anchor="ctr">
            <a:spAutoFit/>
          </a:bodyPr>
          <a:lstStyle/>
          <a:p>
            <a:pPr algn="r"/>
            <a:r>
              <a:rPr lang="en-US" sz="850">
                <a:solidFill>
                  <a:srgbClr val="625D6E"/>
                </a:solidFill>
                <a:latin typeface="Segoe UI" panose="020B0502040204020203" pitchFamily="34" charset="0"/>
              </a:rPr>
              <a:t>45,000 matches at target</a:t>
            </a:r>
            <a:endParaRPr lang="en-NL" sz="850">
              <a:solidFill>
                <a:srgbClr val="625D6E"/>
              </a:solidFill>
              <a:latin typeface="Segoe UI" panose="020B0502040204020203" pitchFamily="34" charset="0"/>
            </a:endParaRPr>
          </a:p>
        </p:txBody>
      </p:sp>
      <p:sp>
        <p:nvSpPr>
          <p:cNvPr id="22" name="TextBox 21">
            <a:extLst>
              <a:ext uri="{FF2B5EF4-FFF2-40B4-BE49-F238E27FC236}">
                <a16:creationId xmlns:a16="http://schemas.microsoft.com/office/drawing/2014/main" id="{E47EFFF7-3F8B-0CBE-9A29-F083F745822E}"/>
              </a:ext>
            </a:extLst>
          </p:cNvPr>
          <p:cNvSpPr txBox="1"/>
          <p:nvPr/>
        </p:nvSpPr>
        <p:spPr>
          <a:xfrm>
            <a:off x="685800" y="3205642"/>
            <a:ext cx="914400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CUSTOMER BENEFIT AFTER GO-LIVE  |  AT THE 90% MATCH TARGET</a:t>
            </a:r>
            <a:endParaRPr lang="en-NL" sz="900" b="1">
              <a:solidFill>
                <a:srgbClr val="703DB2"/>
              </a:solidFill>
              <a:latin typeface="Segoe UI" panose="020B0502040204020203" pitchFamily="34" charset="0"/>
            </a:endParaRPr>
          </a:p>
        </p:txBody>
      </p:sp>
      <p:sp>
        <p:nvSpPr>
          <p:cNvPr id="23" name="Rectangle: Rounded Corners 22">
            <a:extLst>
              <a:ext uri="{FF2B5EF4-FFF2-40B4-BE49-F238E27FC236}">
                <a16:creationId xmlns:a16="http://schemas.microsoft.com/office/drawing/2014/main" id="{0674592C-5EA8-DCDB-44DE-70D598979F36}"/>
              </a:ext>
            </a:extLst>
          </p:cNvPr>
          <p:cNvSpPr/>
          <p:nvPr/>
        </p:nvSpPr>
        <p:spPr>
          <a:xfrm>
            <a:off x="685800" y="3438144"/>
            <a:ext cx="10817352" cy="1965960"/>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Rectangle: Rounded Corners 23">
            <a:extLst>
              <a:ext uri="{FF2B5EF4-FFF2-40B4-BE49-F238E27FC236}">
                <a16:creationId xmlns:a16="http://schemas.microsoft.com/office/drawing/2014/main" id="{48740697-AF21-0E5A-E2AF-DC5F34CE5F51}"/>
              </a:ext>
            </a:extLst>
          </p:cNvPr>
          <p:cNvSpPr/>
          <p:nvPr/>
        </p:nvSpPr>
        <p:spPr>
          <a:xfrm>
            <a:off x="932688" y="3648456"/>
            <a:ext cx="3200400" cy="704088"/>
          </a:xfrm>
          <a:prstGeom prst="roundRect">
            <a:avLst/>
          </a:prstGeom>
          <a:solidFill>
            <a:srgbClr val="F5F3F8"/>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5" name="TextBox 24">
            <a:extLst>
              <a:ext uri="{FF2B5EF4-FFF2-40B4-BE49-F238E27FC236}">
                <a16:creationId xmlns:a16="http://schemas.microsoft.com/office/drawing/2014/main" id="{85F5A606-EC7D-8912-BFE7-BD28ACAB334A}"/>
              </a:ext>
            </a:extLst>
          </p:cNvPr>
          <p:cNvSpPr txBox="1"/>
          <p:nvPr/>
        </p:nvSpPr>
        <p:spPr>
          <a:xfrm>
            <a:off x="1097280" y="3825984"/>
            <a:ext cx="2871216"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CURRENT MANUAL COST</a:t>
            </a:r>
            <a:endParaRPr lang="en-NL" sz="800" b="1">
              <a:solidFill>
                <a:srgbClr val="625D6E"/>
              </a:solidFill>
              <a:latin typeface="Segoe UI" panose="020B0502040204020203" pitchFamily="34" charset="0"/>
            </a:endParaRPr>
          </a:p>
        </p:txBody>
      </p:sp>
      <p:sp>
        <p:nvSpPr>
          <p:cNvPr id="26" name="TextBox 25">
            <a:extLst>
              <a:ext uri="{FF2B5EF4-FFF2-40B4-BE49-F238E27FC236}">
                <a16:creationId xmlns:a16="http://schemas.microsoft.com/office/drawing/2014/main" id="{970F7301-694F-EFF7-E838-7FEFBEEFF4A9}"/>
              </a:ext>
            </a:extLst>
          </p:cNvPr>
          <p:cNvSpPr txBox="1"/>
          <p:nvPr/>
        </p:nvSpPr>
        <p:spPr>
          <a:xfrm>
            <a:off x="1097280" y="3924226"/>
            <a:ext cx="2871216" cy="292388"/>
          </a:xfrm>
          <a:prstGeom prst="rect">
            <a:avLst/>
          </a:prstGeom>
          <a:noFill/>
        </p:spPr>
        <p:txBody>
          <a:bodyPr vert="horz" wrap="square" lIns="0" tIns="0" rIns="0" bIns="0" rtlCol="0" anchor="ctr">
            <a:spAutoFit/>
          </a:bodyPr>
          <a:lstStyle/>
          <a:p>
            <a:r>
              <a:rPr lang="en-NL" sz="1900" b="1">
                <a:solidFill>
                  <a:srgbClr val="135A7A"/>
                </a:solidFill>
                <a:latin typeface="Segoe UI" panose="020B0502040204020203" pitchFamily="34" charset="0"/>
              </a:rPr>
              <a:t>$10.00</a:t>
            </a:r>
          </a:p>
        </p:txBody>
      </p:sp>
      <p:sp>
        <p:nvSpPr>
          <p:cNvPr id="27" name="Rectangle: Rounded Corners 26">
            <a:extLst>
              <a:ext uri="{FF2B5EF4-FFF2-40B4-BE49-F238E27FC236}">
                <a16:creationId xmlns:a16="http://schemas.microsoft.com/office/drawing/2014/main" id="{23C75359-E08D-965D-DA9D-3271A4953461}"/>
              </a:ext>
            </a:extLst>
          </p:cNvPr>
          <p:cNvSpPr/>
          <p:nvPr/>
        </p:nvSpPr>
        <p:spPr>
          <a:xfrm>
            <a:off x="4343400" y="3648456"/>
            <a:ext cx="3200400" cy="704088"/>
          </a:xfrm>
          <a:prstGeom prst="roundRect">
            <a:avLst/>
          </a:prstGeom>
          <a:solidFill>
            <a:srgbClr val="F5F3F8"/>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8" name="TextBox 27">
            <a:extLst>
              <a:ext uri="{FF2B5EF4-FFF2-40B4-BE49-F238E27FC236}">
                <a16:creationId xmlns:a16="http://schemas.microsoft.com/office/drawing/2014/main" id="{13E3CBD8-1C5C-DDE6-F102-C6FE5402C63D}"/>
              </a:ext>
            </a:extLst>
          </p:cNvPr>
          <p:cNvSpPr txBox="1"/>
          <p:nvPr/>
        </p:nvSpPr>
        <p:spPr>
          <a:xfrm>
            <a:off x="4507992" y="3825984"/>
            <a:ext cx="2871216"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AUTOMATED RUN COST</a:t>
            </a:r>
            <a:endParaRPr lang="en-NL" sz="800" b="1">
              <a:solidFill>
                <a:srgbClr val="625D6E"/>
              </a:solidFill>
              <a:latin typeface="Segoe UI" panose="020B0502040204020203" pitchFamily="34" charset="0"/>
            </a:endParaRPr>
          </a:p>
        </p:txBody>
      </p:sp>
      <p:sp>
        <p:nvSpPr>
          <p:cNvPr id="29" name="TextBox 28">
            <a:extLst>
              <a:ext uri="{FF2B5EF4-FFF2-40B4-BE49-F238E27FC236}">
                <a16:creationId xmlns:a16="http://schemas.microsoft.com/office/drawing/2014/main" id="{6EA4C42E-EA5D-1B0F-29C7-799EA4B8DA72}"/>
              </a:ext>
            </a:extLst>
          </p:cNvPr>
          <p:cNvSpPr txBox="1"/>
          <p:nvPr/>
        </p:nvSpPr>
        <p:spPr>
          <a:xfrm>
            <a:off x="4507992" y="3924226"/>
            <a:ext cx="2871216" cy="292388"/>
          </a:xfrm>
          <a:prstGeom prst="rect">
            <a:avLst/>
          </a:prstGeom>
          <a:noFill/>
        </p:spPr>
        <p:txBody>
          <a:bodyPr vert="horz" wrap="square" lIns="0" tIns="0" rIns="0" bIns="0" rtlCol="0" anchor="ctr">
            <a:spAutoFit/>
          </a:bodyPr>
          <a:lstStyle/>
          <a:p>
            <a:r>
              <a:rPr lang="en-NL" sz="1900" b="1">
                <a:solidFill>
                  <a:srgbClr val="2B796D"/>
                </a:solidFill>
                <a:latin typeface="Segoe UI" panose="020B0502040204020203" pitchFamily="34" charset="0"/>
              </a:rPr>
              <a:t>$0.50</a:t>
            </a:r>
          </a:p>
        </p:txBody>
      </p:sp>
      <p:sp>
        <p:nvSpPr>
          <p:cNvPr id="30" name="Rectangle: Rounded Corners 29">
            <a:extLst>
              <a:ext uri="{FF2B5EF4-FFF2-40B4-BE49-F238E27FC236}">
                <a16:creationId xmlns:a16="http://schemas.microsoft.com/office/drawing/2014/main" id="{1C1F7B76-E322-F40C-C1A0-914E81DEF013}"/>
              </a:ext>
            </a:extLst>
          </p:cNvPr>
          <p:cNvSpPr/>
          <p:nvPr/>
        </p:nvSpPr>
        <p:spPr>
          <a:xfrm>
            <a:off x="7754112" y="3648456"/>
            <a:ext cx="3200400" cy="704088"/>
          </a:xfrm>
          <a:prstGeom prst="roundRect">
            <a:avLst/>
          </a:prstGeom>
          <a:solidFill>
            <a:srgbClr val="F5F3F8"/>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1" name="TextBox 30">
            <a:extLst>
              <a:ext uri="{FF2B5EF4-FFF2-40B4-BE49-F238E27FC236}">
                <a16:creationId xmlns:a16="http://schemas.microsoft.com/office/drawing/2014/main" id="{07749DF3-2E3B-D584-61E5-C1A8BD7099E3}"/>
              </a:ext>
            </a:extLst>
          </p:cNvPr>
          <p:cNvSpPr txBox="1"/>
          <p:nvPr/>
        </p:nvSpPr>
        <p:spPr>
          <a:xfrm>
            <a:off x="7918704" y="3825984"/>
            <a:ext cx="2871216"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SAVING PER MATCH</a:t>
            </a:r>
            <a:endParaRPr lang="en-NL" sz="800" b="1">
              <a:solidFill>
                <a:srgbClr val="625D6E"/>
              </a:solidFill>
              <a:latin typeface="Segoe UI" panose="020B0502040204020203" pitchFamily="34" charset="0"/>
            </a:endParaRPr>
          </a:p>
        </p:txBody>
      </p:sp>
      <p:sp>
        <p:nvSpPr>
          <p:cNvPr id="32" name="TextBox 31">
            <a:extLst>
              <a:ext uri="{FF2B5EF4-FFF2-40B4-BE49-F238E27FC236}">
                <a16:creationId xmlns:a16="http://schemas.microsoft.com/office/drawing/2014/main" id="{BEE2B372-CF70-C7CB-8175-5EB808D28B55}"/>
              </a:ext>
            </a:extLst>
          </p:cNvPr>
          <p:cNvSpPr txBox="1"/>
          <p:nvPr/>
        </p:nvSpPr>
        <p:spPr>
          <a:xfrm>
            <a:off x="7918704" y="3924226"/>
            <a:ext cx="2871216" cy="292388"/>
          </a:xfrm>
          <a:prstGeom prst="rect">
            <a:avLst/>
          </a:prstGeom>
          <a:noFill/>
        </p:spPr>
        <p:txBody>
          <a:bodyPr vert="horz" wrap="square" lIns="0" tIns="0" rIns="0" bIns="0" rtlCol="0" anchor="ctr">
            <a:spAutoFit/>
          </a:bodyPr>
          <a:lstStyle/>
          <a:p>
            <a:r>
              <a:rPr lang="en-NL" sz="1900" b="1">
                <a:solidFill>
                  <a:srgbClr val="703DB2"/>
                </a:solidFill>
                <a:latin typeface="Segoe UI" panose="020B0502040204020203" pitchFamily="34" charset="0"/>
              </a:rPr>
              <a:t>$9.50</a:t>
            </a:r>
          </a:p>
        </p:txBody>
      </p:sp>
      <p:sp>
        <p:nvSpPr>
          <p:cNvPr id="33" name="Rectangle: Rounded Corners 32">
            <a:extLst>
              <a:ext uri="{FF2B5EF4-FFF2-40B4-BE49-F238E27FC236}">
                <a16:creationId xmlns:a16="http://schemas.microsoft.com/office/drawing/2014/main" id="{F1D8565C-E187-6454-7D6F-4CC7ABFAD0D7}"/>
              </a:ext>
            </a:extLst>
          </p:cNvPr>
          <p:cNvSpPr/>
          <p:nvPr/>
        </p:nvSpPr>
        <p:spPr>
          <a:xfrm>
            <a:off x="932688" y="4572000"/>
            <a:ext cx="10268712" cy="566928"/>
          </a:xfrm>
          <a:prstGeom prst="roundRect">
            <a:avLst/>
          </a:prstGeom>
          <a:solidFill>
            <a:srgbClr val="F0EA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37F199AD-F721-FF74-99FE-53B9C7F5B103}"/>
              </a:ext>
            </a:extLst>
          </p:cNvPr>
          <p:cNvSpPr txBox="1"/>
          <p:nvPr/>
        </p:nvSpPr>
        <p:spPr>
          <a:xfrm>
            <a:off x="1143000" y="4723099"/>
            <a:ext cx="9848088" cy="230832"/>
          </a:xfrm>
          <a:prstGeom prst="rect">
            <a:avLst/>
          </a:prstGeom>
          <a:noFill/>
        </p:spPr>
        <p:txBody>
          <a:bodyPr vert="horz" wrap="square" lIns="0" tIns="0" rIns="0" bIns="0" rtlCol="0" anchor="ctr">
            <a:spAutoFit/>
          </a:bodyPr>
          <a:lstStyle/>
          <a:p>
            <a:pPr algn="ctr"/>
            <a:r>
              <a:rPr lang="en-US" sz="1500" b="1">
                <a:solidFill>
                  <a:srgbClr val="703DB2"/>
                </a:solidFill>
                <a:latin typeface="Segoe UI" panose="020B0502040204020203" pitchFamily="34" charset="0"/>
              </a:rPr>
              <a:t>45,000 successful matches x $9.50 = $427,500 annual gross customer savings</a:t>
            </a:r>
            <a:endParaRPr lang="en-NL" sz="1500" b="1">
              <a:solidFill>
                <a:srgbClr val="703DB2"/>
              </a:solidFill>
              <a:latin typeface="Segoe UI" panose="020B0502040204020203" pitchFamily="34" charset="0"/>
            </a:endParaRPr>
          </a:p>
        </p:txBody>
      </p:sp>
      <p:sp>
        <p:nvSpPr>
          <p:cNvPr id="35" name="Rectangle: Rounded Corners 34">
            <a:extLst>
              <a:ext uri="{FF2B5EF4-FFF2-40B4-BE49-F238E27FC236}">
                <a16:creationId xmlns:a16="http://schemas.microsoft.com/office/drawing/2014/main" id="{4DE52D61-3D38-4708-A74D-BDB104356847}"/>
              </a:ext>
            </a:extLst>
          </p:cNvPr>
          <p:cNvSpPr/>
          <p:nvPr/>
        </p:nvSpPr>
        <p:spPr>
          <a:xfrm>
            <a:off x="685800" y="5650992"/>
            <a:ext cx="10817352" cy="548640"/>
          </a:xfrm>
          <a:prstGeom prst="roundRect">
            <a:avLst/>
          </a:prstGeom>
          <a:solidFill>
            <a:srgbClr val="E2F2EE"/>
          </a:solidFill>
          <a:ln w="10160">
            <a:solidFill>
              <a:srgbClr val="D5EA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TextBox 35">
            <a:extLst>
              <a:ext uri="{FF2B5EF4-FFF2-40B4-BE49-F238E27FC236}">
                <a16:creationId xmlns:a16="http://schemas.microsoft.com/office/drawing/2014/main" id="{954C4D36-3B7D-4A45-7A26-9B74B82E97EB}"/>
              </a:ext>
            </a:extLst>
          </p:cNvPr>
          <p:cNvSpPr txBox="1"/>
          <p:nvPr/>
        </p:nvSpPr>
        <p:spPr>
          <a:xfrm>
            <a:off x="914400" y="5822276"/>
            <a:ext cx="10332720" cy="153888"/>
          </a:xfrm>
          <a:prstGeom prst="rect">
            <a:avLst/>
          </a:prstGeom>
          <a:noFill/>
        </p:spPr>
        <p:txBody>
          <a:bodyPr vert="horz" wrap="square" lIns="0" tIns="0" rIns="0" bIns="0" rtlCol="0" anchor="ctr">
            <a:spAutoFit/>
          </a:bodyPr>
          <a:lstStyle/>
          <a:p>
            <a:r>
              <a:rPr lang="en-US" sz="1000" b="1">
                <a:solidFill>
                  <a:srgbClr val="2B796D"/>
                </a:solidFill>
                <a:latin typeface="Segoe UI" panose="020B0502040204020203" pitchFamily="34" charset="0"/>
              </a:rPr>
              <a:t>At 90% automation, 45,000 invoices match; 5,000 unmatched invoices are excluded from this savings calculation.</a:t>
            </a:r>
            <a:endParaRPr lang="en-NL" sz="1000" b="1">
              <a:solidFill>
                <a:srgbClr val="2B796D"/>
              </a:solidFill>
              <a:latin typeface="Segoe UI" panose="020B0502040204020203" pitchFamily="34" charset="0"/>
            </a:endParaRPr>
          </a:p>
        </p:txBody>
      </p:sp>
      <p:sp>
        <p:nvSpPr>
          <p:cNvPr id="37" name="TextBox 36">
            <a:extLst>
              <a:ext uri="{FF2B5EF4-FFF2-40B4-BE49-F238E27FC236}">
                <a16:creationId xmlns:a16="http://schemas.microsoft.com/office/drawing/2014/main" id="{0252BAFE-134E-37C9-6D95-133E2847F83C}"/>
              </a:ext>
            </a:extLst>
          </p:cNvPr>
          <p:cNvSpPr txBox="1"/>
          <p:nvPr/>
        </p:nvSpPr>
        <p:spPr>
          <a:xfrm>
            <a:off x="713232" y="6459456"/>
            <a:ext cx="10789920" cy="123111"/>
          </a:xfrm>
          <a:prstGeom prst="rect">
            <a:avLst/>
          </a:prstGeom>
          <a:noFill/>
        </p:spPr>
        <p:txBody>
          <a:bodyPr vert="horz" wrap="square" lIns="0" tIns="0" rIns="0" bIns="0" rtlCol="0" anchor="ctr">
            <a:spAutoFit/>
          </a:bodyPr>
          <a:lstStyle/>
          <a:p>
            <a:r>
              <a:rPr lang="en-US" sz="800">
                <a:solidFill>
                  <a:srgbClr val="625D6E"/>
                </a:solidFill>
                <a:latin typeface="Segoe UI" panose="020B0502040204020203" pitchFamily="34" charset="0"/>
              </a:rPr>
              <a:t>The $427.5K is gross value after successful solution development, before build charges, operating costs and commercial fees. Build hours are implied by $90K / $130 per hour.</a:t>
            </a:r>
            <a:endParaRPr lang="en-NL" sz="800">
              <a:solidFill>
                <a:srgbClr val="625D6E"/>
              </a:solidFill>
              <a:latin typeface="Segoe UI" panose="020B0502040204020203" pitchFamily="34" charset="0"/>
            </a:endParaRPr>
          </a:p>
        </p:txBody>
      </p:sp>
    </p:spTree>
    <p:extLst>
      <p:ext uri="{BB962C8B-B14F-4D97-AF65-F5344CB8AC3E}">
        <p14:creationId xmlns:p14="http://schemas.microsoft.com/office/powerpoint/2010/main" val="4288227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96512F1-F2B8-BB69-4BF5-F57563D0FFD8}"/>
              </a:ext>
            </a:extLst>
          </p:cNvPr>
          <p:cNvSpPr/>
          <p:nvPr/>
        </p:nvSpPr>
        <p:spPr>
          <a:xfrm>
            <a:off x="0" y="0"/>
            <a:ext cx="12191695" cy="64008"/>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 name="Rectangle: Rounded Corners 2">
            <a:extLst>
              <a:ext uri="{FF2B5EF4-FFF2-40B4-BE49-F238E27FC236}">
                <a16:creationId xmlns:a16="http://schemas.microsoft.com/office/drawing/2014/main" id="{57DB0B2D-3379-8B82-BC62-6F5695067945}"/>
              </a:ext>
            </a:extLst>
          </p:cNvPr>
          <p:cNvSpPr/>
          <p:nvPr/>
        </p:nvSpPr>
        <p:spPr>
          <a:xfrm>
            <a:off x="667512" y="356616"/>
            <a:ext cx="64008" cy="283464"/>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TextBox 3">
            <a:extLst>
              <a:ext uri="{FF2B5EF4-FFF2-40B4-BE49-F238E27FC236}">
                <a16:creationId xmlns:a16="http://schemas.microsoft.com/office/drawing/2014/main" id="{3936BA72-318F-E996-8513-46CE3C0031D9}"/>
              </a:ext>
            </a:extLst>
          </p:cNvPr>
          <p:cNvSpPr txBox="1"/>
          <p:nvPr/>
        </p:nvSpPr>
        <p:spPr>
          <a:xfrm>
            <a:off x="841248" y="425866"/>
            <a:ext cx="914400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PRICING MODEL 01  |  COST-PLUS</a:t>
            </a:r>
            <a:endParaRPr lang="en-NL" sz="900" b="1">
              <a:solidFill>
                <a:srgbClr val="703DB2"/>
              </a:solidFill>
              <a:latin typeface="Segoe UI" panose="020B0502040204020203" pitchFamily="34" charset="0"/>
            </a:endParaRPr>
          </a:p>
        </p:txBody>
      </p:sp>
      <p:sp>
        <p:nvSpPr>
          <p:cNvPr id="5" name="TextBox 4">
            <a:extLst>
              <a:ext uri="{FF2B5EF4-FFF2-40B4-BE49-F238E27FC236}">
                <a16:creationId xmlns:a16="http://schemas.microsoft.com/office/drawing/2014/main" id="{041442DA-0BB1-5F26-701D-8FAF579881D6}"/>
              </a:ext>
            </a:extLst>
          </p:cNvPr>
          <p:cNvSpPr txBox="1"/>
          <p:nvPr/>
        </p:nvSpPr>
        <p:spPr>
          <a:xfrm>
            <a:off x="667512" y="660821"/>
            <a:ext cx="10881360" cy="400110"/>
          </a:xfrm>
          <a:prstGeom prst="rect">
            <a:avLst/>
          </a:prstGeom>
          <a:noFill/>
        </p:spPr>
        <p:txBody>
          <a:bodyPr vert="horz" wrap="square" lIns="0" tIns="0" rIns="0" bIns="0" rtlCol="0" anchor="ctr">
            <a:spAutoFit/>
          </a:bodyPr>
          <a:lstStyle/>
          <a:p>
            <a:r>
              <a:rPr lang="en-US" sz="2600" b="1">
                <a:solidFill>
                  <a:srgbClr val="272334"/>
                </a:solidFill>
                <a:latin typeface="Segoe UI" panose="020B0502040204020203" pitchFamily="34" charset="0"/>
              </a:rPr>
              <a:t>Recover your costs, then add an agreed markup.</a:t>
            </a:r>
            <a:endParaRPr lang="en-NL" sz="2600" b="1">
              <a:solidFill>
                <a:srgbClr val="272334"/>
              </a:solidFill>
              <a:latin typeface="Segoe UI" panose="020B0502040204020203" pitchFamily="34" charset="0"/>
            </a:endParaRPr>
          </a:p>
        </p:txBody>
      </p:sp>
      <p:sp>
        <p:nvSpPr>
          <p:cNvPr id="6" name="TextBox 5">
            <a:extLst>
              <a:ext uri="{FF2B5EF4-FFF2-40B4-BE49-F238E27FC236}">
                <a16:creationId xmlns:a16="http://schemas.microsoft.com/office/drawing/2014/main" id="{AE44CE01-7608-A58B-2D9D-0F7B2C6813C7}"/>
              </a:ext>
            </a:extLst>
          </p:cNvPr>
          <p:cNvSpPr txBox="1"/>
          <p:nvPr/>
        </p:nvSpPr>
        <p:spPr>
          <a:xfrm>
            <a:off x="685800" y="1344614"/>
            <a:ext cx="10789920" cy="184666"/>
          </a:xfrm>
          <a:prstGeom prst="rect">
            <a:avLst/>
          </a:prstGeom>
          <a:noFill/>
        </p:spPr>
        <p:txBody>
          <a:bodyPr vert="horz" wrap="square" lIns="0" tIns="0" rIns="0" bIns="0" rtlCol="0" anchor="ctr">
            <a:spAutoFit/>
          </a:bodyPr>
          <a:lstStyle/>
          <a:p>
            <a:r>
              <a:rPr lang="en-US" sz="1200">
                <a:solidFill>
                  <a:srgbClr val="625D6E"/>
                </a:solidFill>
                <a:latin typeface="Segoe UI" panose="020B0502040204020203" pitchFamily="34" charset="0"/>
              </a:rPr>
              <a:t>Classical cost-price-plus: bill approved build and run costs, then apply the agreed margin.</a:t>
            </a:r>
            <a:endParaRPr lang="en-NL" sz="1200">
              <a:solidFill>
                <a:srgbClr val="625D6E"/>
              </a:solidFill>
              <a:latin typeface="Segoe UI" panose="020B0502040204020203" pitchFamily="34" charset="0"/>
            </a:endParaRPr>
          </a:p>
        </p:txBody>
      </p:sp>
      <p:sp>
        <p:nvSpPr>
          <p:cNvPr id="7" name="TextBox 6">
            <a:extLst>
              <a:ext uri="{FF2B5EF4-FFF2-40B4-BE49-F238E27FC236}">
                <a16:creationId xmlns:a16="http://schemas.microsoft.com/office/drawing/2014/main" id="{8944C71F-575D-4631-0186-35F0D3AC42B1}"/>
              </a:ext>
            </a:extLst>
          </p:cNvPr>
          <p:cNvSpPr txBox="1"/>
          <p:nvPr/>
        </p:nvSpPr>
        <p:spPr>
          <a:xfrm>
            <a:off x="685800" y="1815754"/>
            <a:ext cx="731520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ILLUSTRATIVE COST BASIS  |  50,000 annual attempts</a:t>
            </a:r>
            <a:endParaRPr lang="en-NL" sz="900" b="1">
              <a:solidFill>
                <a:srgbClr val="703DB2"/>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CD2032FE-637C-7E6C-FD6D-EEF9832690AA}"/>
              </a:ext>
            </a:extLst>
          </p:cNvPr>
          <p:cNvSpPr/>
          <p:nvPr/>
        </p:nvSpPr>
        <p:spPr>
          <a:xfrm>
            <a:off x="685800" y="2029968"/>
            <a:ext cx="245059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Rectangle: Rounded Corners 8">
            <a:extLst>
              <a:ext uri="{FF2B5EF4-FFF2-40B4-BE49-F238E27FC236}">
                <a16:creationId xmlns:a16="http://schemas.microsoft.com/office/drawing/2014/main" id="{D43FDB0E-C6F9-A5FE-6A86-B18BC2673075}"/>
              </a:ext>
            </a:extLst>
          </p:cNvPr>
          <p:cNvSpPr/>
          <p:nvPr/>
        </p:nvSpPr>
        <p:spPr>
          <a:xfrm>
            <a:off x="850392" y="2176272"/>
            <a:ext cx="54864" cy="475488"/>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TextBox 9">
            <a:extLst>
              <a:ext uri="{FF2B5EF4-FFF2-40B4-BE49-F238E27FC236}">
                <a16:creationId xmlns:a16="http://schemas.microsoft.com/office/drawing/2014/main" id="{FA0B9ACF-12E5-A8D5-2FBB-DE551CBB4A7C}"/>
              </a:ext>
            </a:extLst>
          </p:cNvPr>
          <p:cNvSpPr txBox="1"/>
          <p:nvPr/>
        </p:nvSpPr>
        <p:spPr>
          <a:xfrm>
            <a:off x="1033272" y="2234928"/>
            <a:ext cx="1938528"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SOLUTION BUILD</a:t>
            </a:r>
            <a:endParaRPr lang="en-NL" sz="800" b="1">
              <a:solidFill>
                <a:srgbClr val="625D6E"/>
              </a:solidFill>
              <a:latin typeface="Segoe UI" panose="020B0502040204020203" pitchFamily="34" charset="0"/>
            </a:endParaRPr>
          </a:p>
        </p:txBody>
      </p:sp>
      <p:sp>
        <p:nvSpPr>
          <p:cNvPr id="11" name="TextBox 10">
            <a:extLst>
              <a:ext uri="{FF2B5EF4-FFF2-40B4-BE49-F238E27FC236}">
                <a16:creationId xmlns:a16="http://schemas.microsoft.com/office/drawing/2014/main" id="{0ADA45C3-8303-3D33-323C-3E6C5198C303}"/>
              </a:ext>
            </a:extLst>
          </p:cNvPr>
          <p:cNvSpPr txBox="1"/>
          <p:nvPr/>
        </p:nvSpPr>
        <p:spPr>
          <a:xfrm>
            <a:off x="1033272" y="2336069"/>
            <a:ext cx="1938528" cy="323165"/>
          </a:xfrm>
          <a:prstGeom prst="rect">
            <a:avLst/>
          </a:prstGeom>
          <a:noFill/>
        </p:spPr>
        <p:txBody>
          <a:bodyPr vert="horz" wrap="square" lIns="0" tIns="0" rIns="0" bIns="0" rtlCol="0" anchor="ctr">
            <a:spAutoFit/>
          </a:bodyPr>
          <a:lstStyle/>
          <a:p>
            <a:r>
              <a:rPr lang="en-US" sz="2100" b="1">
                <a:solidFill>
                  <a:srgbClr val="703DB2"/>
                </a:solidFill>
                <a:latin typeface="Segoe UI" panose="020B0502040204020203" pitchFamily="34" charset="0"/>
              </a:rPr>
              <a:t>$90K</a:t>
            </a:r>
            <a:endParaRPr lang="en-NL" sz="2100" b="1">
              <a:solidFill>
                <a:srgbClr val="703DB2"/>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2980A4F8-4AB2-FB3F-93F8-6EA1920B9E1F}"/>
              </a:ext>
            </a:extLst>
          </p:cNvPr>
          <p:cNvSpPr/>
          <p:nvPr/>
        </p:nvSpPr>
        <p:spPr>
          <a:xfrm>
            <a:off x="3474720" y="2029968"/>
            <a:ext cx="245059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Rectangle: Rounded Corners 12">
            <a:extLst>
              <a:ext uri="{FF2B5EF4-FFF2-40B4-BE49-F238E27FC236}">
                <a16:creationId xmlns:a16="http://schemas.microsoft.com/office/drawing/2014/main" id="{94BB2ECF-CF27-D23F-4C83-01BE2B03A334}"/>
              </a:ext>
            </a:extLst>
          </p:cNvPr>
          <p:cNvSpPr/>
          <p:nvPr/>
        </p:nvSpPr>
        <p:spPr>
          <a:xfrm>
            <a:off x="3639312" y="2176272"/>
            <a:ext cx="54864" cy="475488"/>
          </a:xfrm>
          <a:prstGeom prst="roundRect">
            <a:avLst/>
          </a:prstGeom>
          <a:solidFill>
            <a:srgbClr val="2B796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TextBox 13">
            <a:extLst>
              <a:ext uri="{FF2B5EF4-FFF2-40B4-BE49-F238E27FC236}">
                <a16:creationId xmlns:a16="http://schemas.microsoft.com/office/drawing/2014/main" id="{0A08870C-8C60-8994-3EA4-84477D9BE94B}"/>
              </a:ext>
            </a:extLst>
          </p:cNvPr>
          <p:cNvSpPr txBox="1"/>
          <p:nvPr/>
        </p:nvSpPr>
        <p:spPr>
          <a:xfrm>
            <a:off x="3822192" y="2234928"/>
            <a:ext cx="1938528"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ANNUAL RUN COST</a:t>
            </a:r>
            <a:endParaRPr lang="en-NL" sz="800" b="1">
              <a:solidFill>
                <a:srgbClr val="625D6E"/>
              </a:solidFill>
              <a:latin typeface="Segoe UI" panose="020B0502040204020203" pitchFamily="34" charset="0"/>
            </a:endParaRPr>
          </a:p>
        </p:txBody>
      </p:sp>
      <p:sp>
        <p:nvSpPr>
          <p:cNvPr id="15" name="TextBox 14">
            <a:extLst>
              <a:ext uri="{FF2B5EF4-FFF2-40B4-BE49-F238E27FC236}">
                <a16:creationId xmlns:a16="http://schemas.microsoft.com/office/drawing/2014/main" id="{4D73A6E0-3015-2E34-B3C2-70A5AFD5F8FD}"/>
              </a:ext>
            </a:extLst>
          </p:cNvPr>
          <p:cNvSpPr txBox="1"/>
          <p:nvPr/>
        </p:nvSpPr>
        <p:spPr>
          <a:xfrm>
            <a:off x="3822192" y="2336069"/>
            <a:ext cx="1938528" cy="323165"/>
          </a:xfrm>
          <a:prstGeom prst="rect">
            <a:avLst/>
          </a:prstGeom>
          <a:noFill/>
        </p:spPr>
        <p:txBody>
          <a:bodyPr vert="horz" wrap="square" lIns="0" tIns="0" rIns="0" bIns="0" rtlCol="0" anchor="ctr">
            <a:spAutoFit/>
          </a:bodyPr>
          <a:lstStyle/>
          <a:p>
            <a:r>
              <a:rPr lang="en-US" sz="2100" b="1">
                <a:solidFill>
                  <a:srgbClr val="2B796D"/>
                </a:solidFill>
                <a:latin typeface="Segoe UI" panose="020B0502040204020203" pitchFamily="34" charset="0"/>
              </a:rPr>
              <a:t>$25K</a:t>
            </a:r>
            <a:endParaRPr lang="en-NL" sz="2100" b="1">
              <a:solidFill>
                <a:srgbClr val="2B796D"/>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FC96F19B-D4E3-D77E-0A73-3844D1DFF01D}"/>
              </a:ext>
            </a:extLst>
          </p:cNvPr>
          <p:cNvSpPr/>
          <p:nvPr/>
        </p:nvSpPr>
        <p:spPr>
          <a:xfrm>
            <a:off x="6263640" y="2029968"/>
            <a:ext cx="245059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Rounded Corners 16">
            <a:extLst>
              <a:ext uri="{FF2B5EF4-FFF2-40B4-BE49-F238E27FC236}">
                <a16:creationId xmlns:a16="http://schemas.microsoft.com/office/drawing/2014/main" id="{CC99CF67-F50D-C24F-27AD-37C30B57F66D}"/>
              </a:ext>
            </a:extLst>
          </p:cNvPr>
          <p:cNvSpPr/>
          <p:nvPr/>
        </p:nvSpPr>
        <p:spPr>
          <a:xfrm>
            <a:off x="6428232" y="2176272"/>
            <a:ext cx="54864" cy="475488"/>
          </a:xfrm>
          <a:prstGeom prst="roundRect">
            <a:avLst/>
          </a:prstGeom>
          <a:solidFill>
            <a:srgbClr val="135A7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TextBox 17">
            <a:extLst>
              <a:ext uri="{FF2B5EF4-FFF2-40B4-BE49-F238E27FC236}">
                <a16:creationId xmlns:a16="http://schemas.microsoft.com/office/drawing/2014/main" id="{934F7C05-32D1-AE65-FCBC-B011A20A2F17}"/>
              </a:ext>
            </a:extLst>
          </p:cNvPr>
          <p:cNvSpPr txBox="1"/>
          <p:nvPr/>
        </p:nvSpPr>
        <p:spPr>
          <a:xfrm>
            <a:off x="6611112" y="2234928"/>
            <a:ext cx="1938528"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DIRECT COST BASIS</a:t>
            </a:r>
            <a:endParaRPr lang="en-NL" sz="800" b="1">
              <a:solidFill>
                <a:srgbClr val="625D6E"/>
              </a:solidFill>
              <a:latin typeface="Segoe UI" panose="020B0502040204020203" pitchFamily="34" charset="0"/>
            </a:endParaRPr>
          </a:p>
        </p:txBody>
      </p:sp>
      <p:sp>
        <p:nvSpPr>
          <p:cNvPr id="19" name="TextBox 18">
            <a:extLst>
              <a:ext uri="{FF2B5EF4-FFF2-40B4-BE49-F238E27FC236}">
                <a16:creationId xmlns:a16="http://schemas.microsoft.com/office/drawing/2014/main" id="{D7D693CD-52E2-4FE8-E90F-3D93FA5826B6}"/>
              </a:ext>
            </a:extLst>
          </p:cNvPr>
          <p:cNvSpPr txBox="1"/>
          <p:nvPr/>
        </p:nvSpPr>
        <p:spPr>
          <a:xfrm>
            <a:off x="6611112" y="2336069"/>
            <a:ext cx="1938528" cy="323165"/>
          </a:xfrm>
          <a:prstGeom prst="rect">
            <a:avLst/>
          </a:prstGeom>
          <a:noFill/>
        </p:spPr>
        <p:txBody>
          <a:bodyPr vert="horz" wrap="square" lIns="0" tIns="0" rIns="0" bIns="0" rtlCol="0" anchor="ctr">
            <a:spAutoFit/>
          </a:bodyPr>
          <a:lstStyle/>
          <a:p>
            <a:r>
              <a:rPr lang="en-US" sz="2100" b="1">
                <a:solidFill>
                  <a:srgbClr val="135A7A"/>
                </a:solidFill>
                <a:latin typeface="Segoe UI" panose="020B0502040204020203" pitchFamily="34" charset="0"/>
              </a:rPr>
              <a:t>$115K</a:t>
            </a:r>
            <a:endParaRPr lang="en-NL" sz="2100" b="1">
              <a:solidFill>
                <a:srgbClr val="135A7A"/>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794ED0EA-C03C-855B-0FFD-D85E14DDF9CA}"/>
              </a:ext>
            </a:extLst>
          </p:cNvPr>
          <p:cNvSpPr/>
          <p:nvPr/>
        </p:nvSpPr>
        <p:spPr>
          <a:xfrm>
            <a:off x="9052560" y="2029968"/>
            <a:ext cx="245059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1" name="Rectangle: Rounded Corners 20">
            <a:extLst>
              <a:ext uri="{FF2B5EF4-FFF2-40B4-BE49-F238E27FC236}">
                <a16:creationId xmlns:a16="http://schemas.microsoft.com/office/drawing/2014/main" id="{172E9358-6B89-F015-2937-50DF7F808242}"/>
              </a:ext>
            </a:extLst>
          </p:cNvPr>
          <p:cNvSpPr/>
          <p:nvPr/>
        </p:nvSpPr>
        <p:spPr>
          <a:xfrm>
            <a:off x="9217152" y="2176272"/>
            <a:ext cx="54864" cy="475488"/>
          </a:xfrm>
          <a:prstGeom prst="roundRect">
            <a:avLst/>
          </a:prstGeom>
          <a:solidFill>
            <a:srgbClr val="A65D1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35C7EBC5-0482-972A-DA72-EB7F315CAB9A}"/>
              </a:ext>
            </a:extLst>
          </p:cNvPr>
          <p:cNvSpPr txBox="1"/>
          <p:nvPr/>
        </p:nvSpPr>
        <p:spPr>
          <a:xfrm>
            <a:off x="9400032" y="2234928"/>
            <a:ext cx="1938528"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MARKUP ASSUMPTION</a:t>
            </a:r>
            <a:endParaRPr lang="en-NL" sz="800" b="1">
              <a:solidFill>
                <a:srgbClr val="625D6E"/>
              </a:solidFill>
              <a:latin typeface="Segoe UI" panose="020B0502040204020203" pitchFamily="34" charset="0"/>
            </a:endParaRPr>
          </a:p>
        </p:txBody>
      </p:sp>
      <p:sp>
        <p:nvSpPr>
          <p:cNvPr id="23" name="TextBox 22">
            <a:extLst>
              <a:ext uri="{FF2B5EF4-FFF2-40B4-BE49-F238E27FC236}">
                <a16:creationId xmlns:a16="http://schemas.microsoft.com/office/drawing/2014/main" id="{5830B3EE-1033-06EA-43FE-B39C995A0326}"/>
              </a:ext>
            </a:extLst>
          </p:cNvPr>
          <p:cNvSpPr txBox="1"/>
          <p:nvPr/>
        </p:nvSpPr>
        <p:spPr>
          <a:xfrm>
            <a:off x="9400032" y="2336069"/>
            <a:ext cx="1938528" cy="323165"/>
          </a:xfrm>
          <a:prstGeom prst="rect">
            <a:avLst/>
          </a:prstGeom>
          <a:noFill/>
        </p:spPr>
        <p:txBody>
          <a:bodyPr vert="horz" wrap="square" lIns="0" tIns="0" rIns="0" bIns="0" rtlCol="0" anchor="ctr">
            <a:spAutoFit/>
          </a:bodyPr>
          <a:lstStyle/>
          <a:p>
            <a:r>
              <a:rPr lang="en-NL" sz="2100" b="1">
                <a:solidFill>
                  <a:srgbClr val="A65D16"/>
                </a:solidFill>
                <a:latin typeface="Segoe UI" panose="020B0502040204020203" pitchFamily="34" charset="0"/>
              </a:rPr>
              <a:t>20%</a:t>
            </a:r>
          </a:p>
        </p:txBody>
      </p:sp>
      <p:sp>
        <p:nvSpPr>
          <p:cNvPr id="24" name="Rectangle: Rounded Corners 23">
            <a:extLst>
              <a:ext uri="{FF2B5EF4-FFF2-40B4-BE49-F238E27FC236}">
                <a16:creationId xmlns:a16="http://schemas.microsoft.com/office/drawing/2014/main" id="{5BFA10CA-4DC2-B9EE-E896-8D531FD5767D}"/>
              </a:ext>
            </a:extLst>
          </p:cNvPr>
          <p:cNvSpPr/>
          <p:nvPr/>
        </p:nvSpPr>
        <p:spPr>
          <a:xfrm>
            <a:off x="685800" y="2990088"/>
            <a:ext cx="10817352" cy="548640"/>
          </a:xfrm>
          <a:prstGeom prst="roundRect">
            <a:avLst/>
          </a:prstGeom>
          <a:solidFill>
            <a:srgbClr val="F0EAF7"/>
          </a:solidFill>
          <a:ln w="10160">
            <a:solidFill>
              <a:srgbClr val="DDD3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5" name="TextBox 24">
            <a:extLst>
              <a:ext uri="{FF2B5EF4-FFF2-40B4-BE49-F238E27FC236}">
                <a16:creationId xmlns:a16="http://schemas.microsoft.com/office/drawing/2014/main" id="{1A67C491-1DF0-8874-70CC-E646881B1FCD}"/>
              </a:ext>
            </a:extLst>
          </p:cNvPr>
          <p:cNvSpPr txBox="1"/>
          <p:nvPr/>
        </p:nvSpPr>
        <p:spPr>
          <a:xfrm>
            <a:off x="914400" y="3113755"/>
            <a:ext cx="10332720" cy="230832"/>
          </a:xfrm>
          <a:prstGeom prst="rect">
            <a:avLst/>
          </a:prstGeom>
          <a:noFill/>
        </p:spPr>
        <p:txBody>
          <a:bodyPr vert="horz" wrap="square" lIns="0" tIns="0" rIns="0" bIns="0" rtlCol="0" anchor="ctr">
            <a:spAutoFit/>
          </a:bodyPr>
          <a:lstStyle/>
          <a:p>
            <a:pPr algn="ctr"/>
            <a:r>
              <a:rPr lang="en-US" sz="1500" b="1">
                <a:solidFill>
                  <a:srgbClr val="703DB2"/>
                </a:solidFill>
                <a:latin typeface="Segoe UI" panose="020B0502040204020203" pitchFamily="34" charset="0"/>
              </a:rPr>
              <a:t>($90K build + $25K run) x 1.20 = $138K billed to customer</a:t>
            </a:r>
            <a:endParaRPr lang="en-NL" sz="1500" b="1">
              <a:solidFill>
                <a:srgbClr val="703DB2"/>
              </a:solidFill>
              <a:latin typeface="Segoe UI" panose="020B0502040204020203" pitchFamily="34" charset="0"/>
            </a:endParaRPr>
          </a:p>
        </p:txBody>
      </p:sp>
      <p:sp>
        <p:nvSpPr>
          <p:cNvPr id="26" name="TextBox 25">
            <a:extLst>
              <a:ext uri="{FF2B5EF4-FFF2-40B4-BE49-F238E27FC236}">
                <a16:creationId xmlns:a16="http://schemas.microsoft.com/office/drawing/2014/main" id="{E6AEF898-4C27-065A-6E48-F5B288D094C0}"/>
              </a:ext>
            </a:extLst>
          </p:cNvPr>
          <p:cNvSpPr txBox="1"/>
          <p:nvPr/>
        </p:nvSpPr>
        <p:spPr>
          <a:xfrm>
            <a:off x="685800" y="3818290"/>
            <a:ext cx="521208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CUSTOMER ECONOMICS</a:t>
            </a:r>
            <a:endParaRPr lang="en-NL" sz="900" b="1">
              <a:solidFill>
                <a:srgbClr val="703DB2"/>
              </a:solidFill>
              <a:latin typeface="Segoe UI" panose="020B0502040204020203" pitchFamily="34" charset="0"/>
            </a:endParaRPr>
          </a:p>
        </p:txBody>
      </p:sp>
      <p:sp>
        <p:nvSpPr>
          <p:cNvPr id="27" name="TextBox 26">
            <a:extLst>
              <a:ext uri="{FF2B5EF4-FFF2-40B4-BE49-F238E27FC236}">
                <a16:creationId xmlns:a16="http://schemas.microsoft.com/office/drawing/2014/main" id="{7024EF63-8177-4904-4E38-01B5AD9EC467}"/>
              </a:ext>
            </a:extLst>
          </p:cNvPr>
          <p:cNvSpPr txBox="1"/>
          <p:nvPr/>
        </p:nvSpPr>
        <p:spPr>
          <a:xfrm>
            <a:off x="6199632" y="3818290"/>
            <a:ext cx="521208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YOUR ECONOMICS</a:t>
            </a:r>
            <a:endParaRPr lang="en-NL" sz="900" b="1">
              <a:solidFill>
                <a:srgbClr val="703DB2"/>
              </a:solidFill>
              <a:latin typeface="Segoe UI" panose="020B0502040204020203" pitchFamily="34" charset="0"/>
            </a:endParaRPr>
          </a:p>
        </p:txBody>
      </p:sp>
      <p:sp>
        <p:nvSpPr>
          <p:cNvPr id="28" name="Rectangle: Rounded Corners 27">
            <a:extLst>
              <a:ext uri="{FF2B5EF4-FFF2-40B4-BE49-F238E27FC236}">
                <a16:creationId xmlns:a16="http://schemas.microsoft.com/office/drawing/2014/main" id="{22754170-C07B-34E4-C88B-AE9A6EB63B29}"/>
              </a:ext>
            </a:extLst>
          </p:cNvPr>
          <p:cNvSpPr/>
          <p:nvPr/>
        </p:nvSpPr>
        <p:spPr>
          <a:xfrm>
            <a:off x="685800" y="4041648"/>
            <a:ext cx="5285232" cy="1581912"/>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Rectangle: Rounded Corners 28">
            <a:extLst>
              <a:ext uri="{FF2B5EF4-FFF2-40B4-BE49-F238E27FC236}">
                <a16:creationId xmlns:a16="http://schemas.microsoft.com/office/drawing/2014/main" id="{3F1A5E47-89F0-C056-B0B3-3B95F6C9B3D4}"/>
              </a:ext>
            </a:extLst>
          </p:cNvPr>
          <p:cNvSpPr/>
          <p:nvPr/>
        </p:nvSpPr>
        <p:spPr>
          <a:xfrm>
            <a:off x="6199632" y="4041648"/>
            <a:ext cx="5303520" cy="1581912"/>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0" name="TextBox 29">
            <a:extLst>
              <a:ext uri="{FF2B5EF4-FFF2-40B4-BE49-F238E27FC236}">
                <a16:creationId xmlns:a16="http://schemas.microsoft.com/office/drawing/2014/main" id="{0508C360-83CE-F68C-07D0-1CF230BCDE15}"/>
              </a:ext>
            </a:extLst>
          </p:cNvPr>
          <p:cNvSpPr txBox="1"/>
          <p:nvPr/>
        </p:nvSpPr>
        <p:spPr>
          <a:xfrm>
            <a:off x="932688" y="4322659"/>
            <a:ext cx="2970703"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Delivered savings</a:t>
            </a:r>
            <a:endParaRPr lang="en-NL" sz="1000" b="1">
              <a:solidFill>
                <a:srgbClr val="625D6E"/>
              </a:solidFill>
              <a:latin typeface="Segoe UI" panose="020B0502040204020203" pitchFamily="34" charset="0"/>
            </a:endParaRPr>
          </a:p>
        </p:txBody>
      </p:sp>
      <p:sp>
        <p:nvSpPr>
          <p:cNvPr id="31" name="TextBox 30">
            <a:extLst>
              <a:ext uri="{FF2B5EF4-FFF2-40B4-BE49-F238E27FC236}">
                <a16:creationId xmlns:a16="http://schemas.microsoft.com/office/drawing/2014/main" id="{35A38CC7-A3AD-154C-A19F-0D0F588E60F8}"/>
              </a:ext>
            </a:extLst>
          </p:cNvPr>
          <p:cNvSpPr txBox="1"/>
          <p:nvPr/>
        </p:nvSpPr>
        <p:spPr>
          <a:xfrm>
            <a:off x="3903391" y="4290432"/>
            <a:ext cx="1820753"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$427.5K</a:t>
            </a:r>
            <a:endParaRPr lang="en-NL" sz="1300" b="1">
              <a:solidFill>
                <a:srgbClr val="272334"/>
              </a:solidFill>
              <a:latin typeface="Segoe UI" panose="020B0502040204020203" pitchFamily="34" charset="0"/>
            </a:endParaRPr>
          </a:p>
        </p:txBody>
      </p:sp>
      <p:sp>
        <p:nvSpPr>
          <p:cNvPr id="32" name="TextBox 31">
            <a:extLst>
              <a:ext uri="{FF2B5EF4-FFF2-40B4-BE49-F238E27FC236}">
                <a16:creationId xmlns:a16="http://schemas.microsoft.com/office/drawing/2014/main" id="{B82AC6FB-BECD-2561-54E2-4C8A246126B2}"/>
              </a:ext>
            </a:extLst>
          </p:cNvPr>
          <p:cNvSpPr txBox="1"/>
          <p:nvPr/>
        </p:nvSpPr>
        <p:spPr>
          <a:xfrm>
            <a:off x="932688" y="4526225"/>
            <a:ext cx="4791456"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45,000 matches x $9.50</a:t>
            </a:r>
            <a:endParaRPr lang="en-NL" sz="850">
              <a:solidFill>
                <a:srgbClr val="625D6E"/>
              </a:solidFill>
              <a:latin typeface="Segoe UI" panose="020B0502040204020203" pitchFamily="34" charset="0"/>
            </a:endParaRPr>
          </a:p>
        </p:txBody>
      </p:sp>
      <p:sp>
        <p:nvSpPr>
          <p:cNvPr id="33" name="TextBox 32">
            <a:extLst>
              <a:ext uri="{FF2B5EF4-FFF2-40B4-BE49-F238E27FC236}">
                <a16:creationId xmlns:a16="http://schemas.microsoft.com/office/drawing/2014/main" id="{8F36DD18-AC46-36C9-2581-1E5A9B0CF00C}"/>
              </a:ext>
            </a:extLst>
          </p:cNvPr>
          <p:cNvSpPr txBox="1"/>
          <p:nvPr/>
        </p:nvSpPr>
        <p:spPr>
          <a:xfrm>
            <a:off x="932688" y="4743283"/>
            <a:ext cx="2970703"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Cost-plus price</a:t>
            </a:r>
            <a:endParaRPr lang="en-NL" sz="1000" b="1">
              <a:solidFill>
                <a:srgbClr val="625D6E"/>
              </a:solidFill>
              <a:latin typeface="Segoe UI" panose="020B0502040204020203" pitchFamily="34" charset="0"/>
            </a:endParaRPr>
          </a:p>
        </p:txBody>
      </p:sp>
      <p:sp>
        <p:nvSpPr>
          <p:cNvPr id="34" name="TextBox 33">
            <a:extLst>
              <a:ext uri="{FF2B5EF4-FFF2-40B4-BE49-F238E27FC236}">
                <a16:creationId xmlns:a16="http://schemas.microsoft.com/office/drawing/2014/main" id="{95CD9420-F1CF-7284-DC7A-81D13E0F7A82}"/>
              </a:ext>
            </a:extLst>
          </p:cNvPr>
          <p:cNvSpPr txBox="1"/>
          <p:nvPr/>
        </p:nvSpPr>
        <p:spPr>
          <a:xfrm>
            <a:off x="3903391" y="4711056"/>
            <a:ext cx="1820753"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-$138K</a:t>
            </a:r>
            <a:endParaRPr lang="en-NL" sz="1300" b="1">
              <a:solidFill>
                <a:srgbClr val="272334"/>
              </a:solidFill>
              <a:latin typeface="Segoe UI" panose="020B0502040204020203" pitchFamily="34" charset="0"/>
            </a:endParaRPr>
          </a:p>
        </p:txBody>
      </p:sp>
      <p:sp>
        <p:nvSpPr>
          <p:cNvPr id="35" name="TextBox 34">
            <a:extLst>
              <a:ext uri="{FF2B5EF4-FFF2-40B4-BE49-F238E27FC236}">
                <a16:creationId xmlns:a16="http://schemas.microsoft.com/office/drawing/2014/main" id="{E4E674D4-009A-1DD6-DBD6-F6CCDBCFE2F8}"/>
              </a:ext>
            </a:extLst>
          </p:cNvPr>
          <p:cNvSpPr txBox="1"/>
          <p:nvPr/>
        </p:nvSpPr>
        <p:spPr>
          <a:xfrm>
            <a:off x="932688" y="4946849"/>
            <a:ext cx="4791456"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$115K approved cost + $23K markup</a:t>
            </a:r>
            <a:endParaRPr lang="en-NL" sz="850">
              <a:solidFill>
                <a:srgbClr val="625D6E"/>
              </a:solidFill>
              <a:latin typeface="Segoe UI" panose="020B0502040204020203" pitchFamily="34" charset="0"/>
            </a:endParaRPr>
          </a:p>
        </p:txBody>
      </p:sp>
      <p:sp>
        <p:nvSpPr>
          <p:cNvPr id="36" name="Rectangle: Rounded Corners 35">
            <a:extLst>
              <a:ext uri="{FF2B5EF4-FFF2-40B4-BE49-F238E27FC236}">
                <a16:creationId xmlns:a16="http://schemas.microsoft.com/office/drawing/2014/main" id="{F5C5996E-EACA-E613-98BF-AA4C75B50CA2}"/>
              </a:ext>
            </a:extLst>
          </p:cNvPr>
          <p:cNvSpPr/>
          <p:nvPr/>
        </p:nvSpPr>
        <p:spPr>
          <a:xfrm>
            <a:off x="932688" y="5193792"/>
            <a:ext cx="4791456" cy="310896"/>
          </a:xfrm>
          <a:prstGeom prst="roundRect">
            <a:avLst/>
          </a:prstGeom>
          <a:solidFill>
            <a:srgbClr val="F0EA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7" name="TextBox 36">
            <a:extLst>
              <a:ext uri="{FF2B5EF4-FFF2-40B4-BE49-F238E27FC236}">
                <a16:creationId xmlns:a16="http://schemas.microsoft.com/office/drawing/2014/main" id="{71119339-B13E-CDCD-81AB-1590C9D728EA}"/>
              </a:ext>
            </a:extLst>
          </p:cNvPr>
          <p:cNvSpPr txBox="1"/>
          <p:nvPr/>
        </p:nvSpPr>
        <p:spPr>
          <a:xfrm>
            <a:off x="1060704" y="5258246"/>
            <a:ext cx="4535424" cy="184666"/>
          </a:xfrm>
          <a:prstGeom prst="rect">
            <a:avLst/>
          </a:prstGeom>
          <a:noFill/>
        </p:spPr>
        <p:txBody>
          <a:bodyPr vert="horz" wrap="square" lIns="0" tIns="0" rIns="0" bIns="0" rtlCol="0" anchor="ctr">
            <a:spAutoFit/>
          </a:bodyPr>
          <a:lstStyle/>
          <a:p>
            <a:pPr algn="ctr"/>
            <a:r>
              <a:rPr lang="en-US" sz="1200" b="1">
                <a:solidFill>
                  <a:srgbClr val="703DB2"/>
                </a:solidFill>
                <a:latin typeface="Segoe UI" panose="020B0502040204020203" pitchFamily="34" charset="0"/>
              </a:rPr>
              <a:t>CUSTOMER RETAINS  +$289.5K</a:t>
            </a:r>
            <a:endParaRPr lang="en-NL" sz="1200" b="1">
              <a:solidFill>
                <a:srgbClr val="703DB2"/>
              </a:solidFill>
              <a:latin typeface="Segoe UI" panose="020B0502040204020203" pitchFamily="34" charset="0"/>
            </a:endParaRPr>
          </a:p>
        </p:txBody>
      </p:sp>
      <p:sp>
        <p:nvSpPr>
          <p:cNvPr id="38" name="TextBox 37">
            <a:extLst>
              <a:ext uri="{FF2B5EF4-FFF2-40B4-BE49-F238E27FC236}">
                <a16:creationId xmlns:a16="http://schemas.microsoft.com/office/drawing/2014/main" id="{67E378C8-F771-672D-E4A3-5F99B391C03D}"/>
              </a:ext>
            </a:extLst>
          </p:cNvPr>
          <p:cNvSpPr txBox="1"/>
          <p:nvPr/>
        </p:nvSpPr>
        <p:spPr>
          <a:xfrm>
            <a:off x="6446520" y="4295227"/>
            <a:ext cx="2976372"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Approved direct costs</a:t>
            </a:r>
            <a:endParaRPr lang="en-NL" sz="1000" b="1">
              <a:solidFill>
                <a:srgbClr val="625D6E"/>
              </a:solidFill>
              <a:latin typeface="Segoe UI" panose="020B0502040204020203" pitchFamily="34" charset="0"/>
            </a:endParaRPr>
          </a:p>
        </p:txBody>
      </p:sp>
      <p:sp>
        <p:nvSpPr>
          <p:cNvPr id="39" name="TextBox 38">
            <a:extLst>
              <a:ext uri="{FF2B5EF4-FFF2-40B4-BE49-F238E27FC236}">
                <a16:creationId xmlns:a16="http://schemas.microsoft.com/office/drawing/2014/main" id="{C5617DAF-8734-65E1-F924-355D4D3E8376}"/>
              </a:ext>
            </a:extLst>
          </p:cNvPr>
          <p:cNvSpPr txBox="1"/>
          <p:nvPr/>
        </p:nvSpPr>
        <p:spPr>
          <a:xfrm>
            <a:off x="9422892" y="4263000"/>
            <a:ext cx="1824228"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$115K</a:t>
            </a:r>
            <a:endParaRPr lang="en-NL" sz="1300" b="1">
              <a:solidFill>
                <a:srgbClr val="272334"/>
              </a:solidFill>
              <a:latin typeface="Segoe UI" panose="020B0502040204020203" pitchFamily="34" charset="0"/>
            </a:endParaRPr>
          </a:p>
        </p:txBody>
      </p:sp>
      <p:sp>
        <p:nvSpPr>
          <p:cNvPr id="40" name="TextBox 39">
            <a:extLst>
              <a:ext uri="{FF2B5EF4-FFF2-40B4-BE49-F238E27FC236}">
                <a16:creationId xmlns:a16="http://schemas.microsoft.com/office/drawing/2014/main" id="{9A6FC364-7537-5FDE-ABC2-BA72F49A2E6C}"/>
              </a:ext>
            </a:extLst>
          </p:cNvPr>
          <p:cNvSpPr txBox="1"/>
          <p:nvPr/>
        </p:nvSpPr>
        <p:spPr>
          <a:xfrm>
            <a:off x="6446520" y="4498793"/>
            <a:ext cx="4800600"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$90K build + $25K annual run</a:t>
            </a:r>
            <a:endParaRPr lang="en-NL" sz="850">
              <a:solidFill>
                <a:srgbClr val="625D6E"/>
              </a:solidFill>
              <a:latin typeface="Segoe UI" panose="020B0502040204020203" pitchFamily="34" charset="0"/>
            </a:endParaRPr>
          </a:p>
        </p:txBody>
      </p:sp>
      <p:sp>
        <p:nvSpPr>
          <p:cNvPr id="41" name="TextBox 40">
            <a:extLst>
              <a:ext uri="{FF2B5EF4-FFF2-40B4-BE49-F238E27FC236}">
                <a16:creationId xmlns:a16="http://schemas.microsoft.com/office/drawing/2014/main" id="{179B015C-EEE5-C6FC-4BE4-25E8712B56B8}"/>
              </a:ext>
            </a:extLst>
          </p:cNvPr>
          <p:cNvSpPr txBox="1"/>
          <p:nvPr/>
        </p:nvSpPr>
        <p:spPr>
          <a:xfrm>
            <a:off x="6446520" y="4697563"/>
            <a:ext cx="2976372"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Your 20% markup</a:t>
            </a:r>
            <a:endParaRPr lang="en-NL" sz="1000" b="1">
              <a:solidFill>
                <a:srgbClr val="625D6E"/>
              </a:solidFill>
              <a:latin typeface="Segoe UI" panose="020B0502040204020203" pitchFamily="34" charset="0"/>
            </a:endParaRPr>
          </a:p>
        </p:txBody>
      </p:sp>
      <p:sp>
        <p:nvSpPr>
          <p:cNvPr id="42" name="TextBox 41">
            <a:extLst>
              <a:ext uri="{FF2B5EF4-FFF2-40B4-BE49-F238E27FC236}">
                <a16:creationId xmlns:a16="http://schemas.microsoft.com/office/drawing/2014/main" id="{FF85EFD3-DBE8-D72A-56C1-69D5D5E14233}"/>
              </a:ext>
            </a:extLst>
          </p:cNvPr>
          <p:cNvSpPr txBox="1"/>
          <p:nvPr/>
        </p:nvSpPr>
        <p:spPr>
          <a:xfrm>
            <a:off x="9422892" y="4665336"/>
            <a:ext cx="1824228" cy="200055"/>
          </a:xfrm>
          <a:prstGeom prst="rect">
            <a:avLst/>
          </a:prstGeom>
          <a:noFill/>
        </p:spPr>
        <p:txBody>
          <a:bodyPr vert="horz" wrap="square" lIns="0" tIns="0" rIns="0" bIns="0" rtlCol="0" anchor="ctr">
            <a:spAutoFit/>
          </a:bodyPr>
          <a:lstStyle/>
          <a:p>
            <a:pPr algn="r"/>
            <a:r>
              <a:rPr lang="en-US" sz="1300" b="1">
                <a:solidFill>
                  <a:srgbClr val="703DB2"/>
                </a:solidFill>
                <a:latin typeface="Segoe UI" panose="020B0502040204020203" pitchFamily="34" charset="0"/>
              </a:rPr>
              <a:t>+$23K</a:t>
            </a:r>
            <a:endParaRPr lang="en-NL" sz="1300" b="1">
              <a:solidFill>
                <a:srgbClr val="703DB2"/>
              </a:solidFill>
              <a:latin typeface="Segoe UI" panose="020B0502040204020203" pitchFamily="34" charset="0"/>
            </a:endParaRPr>
          </a:p>
        </p:txBody>
      </p:sp>
      <p:sp>
        <p:nvSpPr>
          <p:cNvPr id="43" name="TextBox 42">
            <a:extLst>
              <a:ext uri="{FF2B5EF4-FFF2-40B4-BE49-F238E27FC236}">
                <a16:creationId xmlns:a16="http://schemas.microsoft.com/office/drawing/2014/main" id="{28BB999F-12EB-F166-2CF7-ED9F06A7ED10}"/>
              </a:ext>
            </a:extLst>
          </p:cNvPr>
          <p:cNvSpPr txBox="1"/>
          <p:nvPr/>
        </p:nvSpPr>
        <p:spPr>
          <a:xfrm>
            <a:off x="6446520" y="4901129"/>
            <a:ext cx="4800600"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Applied to the illustrative cost basis</a:t>
            </a:r>
            <a:endParaRPr lang="en-NL" sz="850">
              <a:solidFill>
                <a:srgbClr val="625D6E"/>
              </a:solidFill>
              <a:latin typeface="Segoe UI" panose="020B0502040204020203" pitchFamily="34" charset="0"/>
            </a:endParaRPr>
          </a:p>
        </p:txBody>
      </p:sp>
      <p:sp>
        <p:nvSpPr>
          <p:cNvPr id="44" name="Rectangle: Rounded Corners 43">
            <a:extLst>
              <a:ext uri="{FF2B5EF4-FFF2-40B4-BE49-F238E27FC236}">
                <a16:creationId xmlns:a16="http://schemas.microsoft.com/office/drawing/2014/main" id="{D5D652D3-6AF6-792A-92C1-34B2071850D5}"/>
              </a:ext>
            </a:extLst>
          </p:cNvPr>
          <p:cNvSpPr/>
          <p:nvPr/>
        </p:nvSpPr>
        <p:spPr>
          <a:xfrm>
            <a:off x="6446520" y="5138928"/>
            <a:ext cx="4800600" cy="338328"/>
          </a:xfrm>
          <a:prstGeom prst="roundRect">
            <a:avLst/>
          </a:prstGeom>
          <a:solidFill>
            <a:srgbClr val="E2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5" name="TextBox 44">
            <a:extLst>
              <a:ext uri="{FF2B5EF4-FFF2-40B4-BE49-F238E27FC236}">
                <a16:creationId xmlns:a16="http://schemas.microsoft.com/office/drawing/2014/main" id="{932156B1-2303-5293-4D84-7D9984523707}"/>
              </a:ext>
            </a:extLst>
          </p:cNvPr>
          <p:cNvSpPr txBox="1"/>
          <p:nvPr/>
        </p:nvSpPr>
        <p:spPr>
          <a:xfrm>
            <a:off x="6565392" y="5237060"/>
            <a:ext cx="4553712" cy="153888"/>
          </a:xfrm>
          <a:prstGeom prst="rect">
            <a:avLst/>
          </a:prstGeom>
          <a:noFill/>
        </p:spPr>
        <p:txBody>
          <a:bodyPr vert="horz" wrap="square" lIns="0" tIns="0" rIns="0" bIns="0" rtlCol="0" anchor="ctr">
            <a:spAutoFit/>
          </a:bodyPr>
          <a:lstStyle/>
          <a:p>
            <a:pPr algn="ctr"/>
            <a:r>
              <a:rPr lang="en-US" sz="1000" b="1" dirty="0">
                <a:solidFill>
                  <a:srgbClr val="2B796D"/>
                </a:solidFill>
                <a:latin typeface="Segoe UI" panose="020B0502040204020203" pitchFamily="34" charset="0"/>
              </a:rPr>
              <a:t>CUSTOMER BILL  $138K  |  YOUR CONTRIBUTION  +$23K</a:t>
            </a:r>
            <a:endParaRPr lang="en-NL" sz="1000" b="1" dirty="0">
              <a:solidFill>
                <a:srgbClr val="2B796D"/>
              </a:solidFill>
              <a:latin typeface="Segoe UI" panose="020B0502040204020203" pitchFamily="34" charset="0"/>
            </a:endParaRPr>
          </a:p>
        </p:txBody>
      </p:sp>
      <p:sp>
        <p:nvSpPr>
          <p:cNvPr id="46" name="Rectangle: Rounded Corners 45">
            <a:extLst>
              <a:ext uri="{FF2B5EF4-FFF2-40B4-BE49-F238E27FC236}">
                <a16:creationId xmlns:a16="http://schemas.microsoft.com/office/drawing/2014/main" id="{F61197C0-A5DB-DA33-A2AB-2FB182B83377}"/>
              </a:ext>
            </a:extLst>
          </p:cNvPr>
          <p:cNvSpPr/>
          <p:nvPr/>
        </p:nvSpPr>
        <p:spPr>
          <a:xfrm>
            <a:off x="685800" y="5833872"/>
            <a:ext cx="10817352" cy="466344"/>
          </a:xfrm>
          <a:prstGeom prst="roundRect">
            <a:avLst/>
          </a:prstGeom>
          <a:solidFill>
            <a:srgbClr val="FBF0E4"/>
          </a:solidFill>
          <a:ln w="10160">
            <a:solidFill>
              <a:srgbClr val="EEDC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7" name="TextBox 46">
            <a:extLst>
              <a:ext uri="{FF2B5EF4-FFF2-40B4-BE49-F238E27FC236}">
                <a16:creationId xmlns:a16="http://schemas.microsoft.com/office/drawing/2014/main" id="{ACBA8BE4-7415-4797-D0EC-2AFD66748837}"/>
              </a:ext>
            </a:extLst>
          </p:cNvPr>
          <p:cNvSpPr txBox="1"/>
          <p:nvPr/>
        </p:nvSpPr>
        <p:spPr>
          <a:xfrm>
            <a:off x="914400" y="5986868"/>
            <a:ext cx="10332720" cy="153888"/>
          </a:xfrm>
          <a:prstGeom prst="rect">
            <a:avLst/>
          </a:prstGeom>
          <a:noFill/>
        </p:spPr>
        <p:txBody>
          <a:bodyPr vert="horz" wrap="square" lIns="0" tIns="0" rIns="0" bIns="0" rtlCol="0" anchor="ctr">
            <a:spAutoFit/>
          </a:bodyPr>
          <a:lstStyle/>
          <a:p>
            <a:r>
              <a:rPr lang="en-US" sz="1000" b="1">
                <a:solidFill>
                  <a:srgbClr val="A65D16"/>
                </a:solidFill>
                <a:latin typeface="Segoe UI" panose="020B0502040204020203" pitchFamily="34" charset="0"/>
              </a:rPr>
              <a:t>RISK: CUSTOMER | You invoice approved build and run costs plus markup; the customer pays regardless of outcome.</a:t>
            </a:r>
            <a:endParaRPr lang="en-NL" sz="1000" b="1">
              <a:solidFill>
                <a:srgbClr val="A65D16"/>
              </a:solidFill>
              <a:latin typeface="Segoe UI" panose="020B0502040204020203" pitchFamily="34" charset="0"/>
            </a:endParaRPr>
          </a:p>
        </p:txBody>
      </p:sp>
      <p:sp>
        <p:nvSpPr>
          <p:cNvPr id="48" name="TextBox 47">
            <a:extLst>
              <a:ext uri="{FF2B5EF4-FFF2-40B4-BE49-F238E27FC236}">
                <a16:creationId xmlns:a16="http://schemas.microsoft.com/office/drawing/2014/main" id="{AC914CE4-7071-E273-05EF-5BA3C94A8CB7}"/>
              </a:ext>
            </a:extLst>
          </p:cNvPr>
          <p:cNvSpPr txBox="1"/>
          <p:nvPr/>
        </p:nvSpPr>
        <p:spPr>
          <a:xfrm>
            <a:off x="713232" y="6514320"/>
            <a:ext cx="10789920" cy="123111"/>
          </a:xfrm>
          <a:prstGeom prst="rect">
            <a:avLst/>
          </a:prstGeom>
          <a:noFill/>
        </p:spPr>
        <p:txBody>
          <a:bodyPr vert="horz" wrap="square" lIns="0" tIns="0" rIns="0" bIns="0" rtlCol="0" anchor="ctr">
            <a:spAutoFit/>
          </a:bodyPr>
          <a:lstStyle/>
          <a:p>
            <a:r>
              <a:rPr lang="en-US" sz="800">
                <a:solidFill>
                  <a:srgbClr val="625D6E"/>
                </a:solidFill>
                <a:latin typeface="Segoe UI" panose="020B0502040204020203" pitchFamily="34" charset="0"/>
              </a:rPr>
              <a:t>Illustrative 20% markup; actual bill follows approved costs. Excludes support, integration, overhead and financing.</a:t>
            </a:r>
            <a:endParaRPr lang="en-NL" sz="800">
              <a:solidFill>
                <a:srgbClr val="625D6E"/>
              </a:solidFill>
              <a:latin typeface="Segoe UI" panose="020B0502040204020203" pitchFamily="34" charset="0"/>
            </a:endParaRPr>
          </a:p>
        </p:txBody>
      </p:sp>
    </p:spTree>
    <p:extLst>
      <p:ext uri="{BB962C8B-B14F-4D97-AF65-F5344CB8AC3E}">
        <p14:creationId xmlns:p14="http://schemas.microsoft.com/office/powerpoint/2010/main" val="1836440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CA5088B-6B04-77AB-9A57-A4CDE1E441C9}"/>
              </a:ext>
            </a:extLst>
          </p:cNvPr>
          <p:cNvSpPr/>
          <p:nvPr/>
        </p:nvSpPr>
        <p:spPr>
          <a:xfrm>
            <a:off x="0" y="0"/>
            <a:ext cx="12191695" cy="64008"/>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 name="Rectangle: Rounded Corners 2">
            <a:extLst>
              <a:ext uri="{FF2B5EF4-FFF2-40B4-BE49-F238E27FC236}">
                <a16:creationId xmlns:a16="http://schemas.microsoft.com/office/drawing/2014/main" id="{FAD14362-98B4-8AC3-4313-31EA074AB911}"/>
              </a:ext>
            </a:extLst>
          </p:cNvPr>
          <p:cNvSpPr/>
          <p:nvPr/>
        </p:nvSpPr>
        <p:spPr>
          <a:xfrm>
            <a:off x="667512" y="356616"/>
            <a:ext cx="64008" cy="283464"/>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TextBox 3">
            <a:extLst>
              <a:ext uri="{FF2B5EF4-FFF2-40B4-BE49-F238E27FC236}">
                <a16:creationId xmlns:a16="http://schemas.microsoft.com/office/drawing/2014/main" id="{8EC803D0-F57B-CC38-ACC3-0E2855F86CEC}"/>
              </a:ext>
            </a:extLst>
          </p:cNvPr>
          <p:cNvSpPr txBox="1"/>
          <p:nvPr/>
        </p:nvSpPr>
        <p:spPr>
          <a:xfrm>
            <a:off x="841248" y="425866"/>
            <a:ext cx="914400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PRICING MODEL 02  |  SUBSCRIPTION</a:t>
            </a:r>
            <a:endParaRPr lang="en-NL" sz="900" b="1">
              <a:solidFill>
                <a:srgbClr val="703DB2"/>
              </a:solidFill>
              <a:latin typeface="Segoe UI" panose="020B0502040204020203" pitchFamily="34" charset="0"/>
            </a:endParaRPr>
          </a:p>
        </p:txBody>
      </p:sp>
      <p:sp>
        <p:nvSpPr>
          <p:cNvPr id="5" name="TextBox 4">
            <a:extLst>
              <a:ext uri="{FF2B5EF4-FFF2-40B4-BE49-F238E27FC236}">
                <a16:creationId xmlns:a16="http://schemas.microsoft.com/office/drawing/2014/main" id="{D7D263A3-33F5-CC32-74F6-7DFED00E25CE}"/>
              </a:ext>
            </a:extLst>
          </p:cNvPr>
          <p:cNvSpPr txBox="1"/>
          <p:nvPr/>
        </p:nvSpPr>
        <p:spPr>
          <a:xfrm>
            <a:off x="667512" y="660821"/>
            <a:ext cx="10881360" cy="400110"/>
          </a:xfrm>
          <a:prstGeom prst="rect">
            <a:avLst/>
          </a:prstGeom>
          <a:noFill/>
        </p:spPr>
        <p:txBody>
          <a:bodyPr vert="horz" wrap="square" lIns="0" tIns="0" rIns="0" bIns="0" rtlCol="0" anchor="ctr">
            <a:spAutoFit/>
          </a:bodyPr>
          <a:lstStyle/>
          <a:p>
            <a:r>
              <a:rPr lang="en-US" sz="2600" b="1">
                <a:solidFill>
                  <a:srgbClr val="272334"/>
                </a:solidFill>
                <a:latin typeface="Segoe UI" panose="020B0502040204020203" pitchFamily="34" charset="0"/>
              </a:rPr>
              <a:t>Sell predictable capacity on a recurring fee.</a:t>
            </a:r>
            <a:endParaRPr lang="en-NL" sz="2600" b="1">
              <a:solidFill>
                <a:srgbClr val="272334"/>
              </a:solidFill>
              <a:latin typeface="Segoe UI" panose="020B0502040204020203" pitchFamily="34" charset="0"/>
            </a:endParaRPr>
          </a:p>
        </p:txBody>
      </p:sp>
      <p:sp>
        <p:nvSpPr>
          <p:cNvPr id="6" name="TextBox 5">
            <a:extLst>
              <a:ext uri="{FF2B5EF4-FFF2-40B4-BE49-F238E27FC236}">
                <a16:creationId xmlns:a16="http://schemas.microsoft.com/office/drawing/2014/main" id="{CC27C577-1BA9-3E5C-0552-E05A37D456D6}"/>
              </a:ext>
            </a:extLst>
          </p:cNvPr>
          <p:cNvSpPr txBox="1"/>
          <p:nvPr/>
        </p:nvSpPr>
        <p:spPr>
          <a:xfrm>
            <a:off x="685800" y="1344614"/>
            <a:ext cx="10789920" cy="184666"/>
          </a:xfrm>
          <a:prstGeom prst="rect">
            <a:avLst/>
          </a:prstGeom>
          <a:noFill/>
        </p:spPr>
        <p:txBody>
          <a:bodyPr vert="horz" wrap="square" lIns="0" tIns="0" rIns="0" bIns="0" rtlCol="0" anchor="ctr">
            <a:spAutoFit/>
          </a:bodyPr>
          <a:lstStyle/>
          <a:p>
            <a:r>
              <a:rPr lang="en-US" sz="1200">
                <a:solidFill>
                  <a:srgbClr val="625D6E"/>
                </a:solidFill>
                <a:latin typeface="Segoe UI" panose="020B0502040204020203" pitchFamily="34" charset="0"/>
              </a:rPr>
              <a:t>Bundle the solution and operations in an annual subscription; bill for capacity, not matches.</a:t>
            </a:r>
            <a:endParaRPr lang="en-NL" sz="1200">
              <a:solidFill>
                <a:srgbClr val="625D6E"/>
              </a:solidFill>
              <a:latin typeface="Segoe UI" panose="020B0502040204020203" pitchFamily="34" charset="0"/>
            </a:endParaRPr>
          </a:p>
        </p:txBody>
      </p:sp>
      <p:sp>
        <p:nvSpPr>
          <p:cNvPr id="7" name="TextBox 6">
            <a:extLst>
              <a:ext uri="{FF2B5EF4-FFF2-40B4-BE49-F238E27FC236}">
                <a16:creationId xmlns:a16="http://schemas.microsoft.com/office/drawing/2014/main" id="{B9C685CA-63EB-7655-DC85-D5E4F0B74105}"/>
              </a:ext>
            </a:extLst>
          </p:cNvPr>
          <p:cNvSpPr txBox="1"/>
          <p:nvPr/>
        </p:nvSpPr>
        <p:spPr>
          <a:xfrm>
            <a:off x="685800" y="1815754"/>
            <a:ext cx="731520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ILLUSTRATIVE ANNUAL SUBSCRIPTION  |  90% match rate</a:t>
            </a:r>
            <a:endParaRPr lang="en-NL" sz="900" b="1">
              <a:solidFill>
                <a:srgbClr val="703DB2"/>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460D99C8-4E4C-757B-7666-823B18E17811}"/>
              </a:ext>
            </a:extLst>
          </p:cNvPr>
          <p:cNvSpPr/>
          <p:nvPr/>
        </p:nvSpPr>
        <p:spPr>
          <a:xfrm>
            <a:off x="685800" y="2029968"/>
            <a:ext cx="350215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Rectangle: Rounded Corners 8">
            <a:extLst>
              <a:ext uri="{FF2B5EF4-FFF2-40B4-BE49-F238E27FC236}">
                <a16:creationId xmlns:a16="http://schemas.microsoft.com/office/drawing/2014/main" id="{E8820386-B4C5-C63B-DB26-4CF5B98B3D10}"/>
              </a:ext>
            </a:extLst>
          </p:cNvPr>
          <p:cNvSpPr/>
          <p:nvPr/>
        </p:nvSpPr>
        <p:spPr>
          <a:xfrm>
            <a:off x="868680" y="2176272"/>
            <a:ext cx="54864" cy="475488"/>
          </a:xfrm>
          <a:prstGeom prst="roundRect">
            <a:avLst/>
          </a:prstGeom>
          <a:solidFill>
            <a:srgbClr val="703DB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TextBox 9">
            <a:extLst>
              <a:ext uri="{FF2B5EF4-FFF2-40B4-BE49-F238E27FC236}">
                <a16:creationId xmlns:a16="http://schemas.microsoft.com/office/drawing/2014/main" id="{E1DE51C6-F8AA-B753-8AC6-C1D2A009E174}"/>
              </a:ext>
            </a:extLst>
          </p:cNvPr>
          <p:cNvSpPr txBox="1"/>
          <p:nvPr/>
        </p:nvSpPr>
        <p:spPr>
          <a:xfrm>
            <a:off x="1051560" y="2234928"/>
            <a:ext cx="2880360"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ANNUAL FEE</a:t>
            </a:r>
            <a:endParaRPr lang="en-NL" sz="800" b="1">
              <a:solidFill>
                <a:srgbClr val="625D6E"/>
              </a:solidFill>
              <a:latin typeface="Segoe UI" panose="020B0502040204020203" pitchFamily="34" charset="0"/>
            </a:endParaRPr>
          </a:p>
        </p:txBody>
      </p:sp>
      <p:sp>
        <p:nvSpPr>
          <p:cNvPr id="11" name="TextBox 10">
            <a:extLst>
              <a:ext uri="{FF2B5EF4-FFF2-40B4-BE49-F238E27FC236}">
                <a16:creationId xmlns:a16="http://schemas.microsoft.com/office/drawing/2014/main" id="{A52C1B33-F8FA-F637-5DD9-8F7FF700D0AC}"/>
              </a:ext>
            </a:extLst>
          </p:cNvPr>
          <p:cNvSpPr txBox="1"/>
          <p:nvPr/>
        </p:nvSpPr>
        <p:spPr>
          <a:xfrm>
            <a:off x="1051560" y="2336069"/>
            <a:ext cx="2880360" cy="323165"/>
          </a:xfrm>
          <a:prstGeom prst="rect">
            <a:avLst/>
          </a:prstGeom>
          <a:noFill/>
        </p:spPr>
        <p:txBody>
          <a:bodyPr vert="horz" wrap="square" lIns="0" tIns="0" rIns="0" bIns="0" rtlCol="0" anchor="ctr">
            <a:spAutoFit/>
          </a:bodyPr>
          <a:lstStyle/>
          <a:p>
            <a:r>
              <a:rPr lang="en-US" sz="2100" b="1">
                <a:solidFill>
                  <a:srgbClr val="703DB2"/>
                </a:solidFill>
                <a:latin typeface="Segoe UI" panose="020B0502040204020203" pitchFamily="34" charset="0"/>
              </a:rPr>
              <a:t>$200K</a:t>
            </a:r>
            <a:endParaRPr lang="en-NL" sz="2100" b="1">
              <a:solidFill>
                <a:srgbClr val="703DB2"/>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7BDAC2C7-4501-ED60-707A-D9B27D0B48F2}"/>
              </a:ext>
            </a:extLst>
          </p:cNvPr>
          <p:cNvSpPr/>
          <p:nvPr/>
        </p:nvSpPr>
        <p:spPr>
          <a:xfrm>
            <a:off x="4343400" y="2029968"/>
            <a:ext cx="350215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Rectangle: Rounded Corners 12">
            <a:extLst>
              <a:ext uri="{FF2B5EF4-FFF2-40B4-BE49-F238E27FC236}">
                <a16:creationId xmlns:a16="http://schemas.microsoft.com/office/drawing/2014/main" id="{2AF2E0D0-77B3-55AB-8E99-A5647E21D12B}"/>
              </a:ext>
            </a:extLst>
          </p:cNvPr>
          <p:cNvSpPr/>
          <p:nvPr/>
        </p:nvSpPr>
        <p:spPr>
          <a:xfrm>
            <a:off x="4526280" y="2176272"/>
            <a:ext cx="54864" cy="475488"/>
          </a:xfrm>
          <a:prstGeom prst="roundRect">
            <a:avLst/>
          </a:prstGeom>
          <a:solidFill>
            <a:srgbClr val="135A7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TextBox 13">
            <a:extLst>
              <a:ext uri="{FF2B5EF4-FFF2-40B4-BE49-F238E27FC236}">
                <a16:creationId xmlns:a16="http://schemas.microsoft.com/office/drawing/2014/main" id="{B9A8DA21-B9D4-99BF-A05D-82DDD839EA58}"/>
              </a:ext>
            </a:extLst>
          </p:cNvPr>
          <p:cNvSpPr txBox="1"/>
          <p:nvPr/>
        </p:nvSpPr>
        <p:spPr>
          <a:xfrm>
            <a:off x="4709160" y="2234928"/>
            <a:ext cx="2880360"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INCLUDED CAPACITY</a:t>
            </a:r>
            <a:endParaRPr lang="en-NL" sz="800" b="1">
              <a:solidFill>
                <a:srgbClr val="625D6E"/>
              </a:solidFill>
              <a:latin typeface="Segoe UI" panose="020B0502040204020203" pitchFamily="34" charset="0"/>
            </a:endParaRPr>
          </a:p>
        </p:txBody>
      </p:sp>
      <p:sp>
        <p:nvSpPr>
          <p:cNvPr id="15" name="TextBox 14">
            <a:extLst>
              <a:ext uri="{FF2B5EF4-FFF2-40B4-BE49-F238E27FC236}">
                <a16:creationId xmlns:a16="http://schemas.microsoft.com/office/drawing/2014/main" id="{0E8554FF-0881-B8C8-C857-1C9F3EA46038}"/>
              </a:ext>
            </a:extLst>
          </p:cNvPr>
          <p:cNvSpPr txBox="1"/>
          <p:nvPr/>
        </p:nvSpPr>
        <p:spPr>
          <a:xfrm>
            <a:off x="4709160" y="2336069"/>
            <a:ext cx="2880360" cy="323165"/>
          </a:xfrm>
          <a:prstGeom prst="rect">
            <a:avLst/>
          </a:prstGeom>
          <a:noFill/>
        </p:spPr>
        <p:txBody>
          <a:bodyPr vert="horz" wrap="square" lIns="0" tIns="0" rIns="0" bIns="0" rtlCol="0" anchor="ctr">
            <a:spAutoFit/>
          </a:bodyPr>
          <a:lstStyle/>
          <a:p>
            <a:r>
              <a:rPr lang="en-US" sz="2100" b="1">
                <a:solidFill>
                  <a:srgbClr val="135A7A"/>
                </a:solidFill>
                <a:latin typeface="Segoe UI" panose="020B0502040204020203" pitchFamily="34" charset="0"/>
              </a:rPr>
              <a:t>UP TO 50K</a:t>
            </a:r>
            <a:endParaRPr lang="en-NL" sz="2100" b="1">
              <a:solidFill>
                <a:srgbClr val="135A7A"/>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3D5C5792-FC73-C1AB-0989-F1514F1E4B47}"/>
              </a:ext>
            </a:extLst>
          </p:cNvPr>
          <p:cNvSpPr/>
          <p:nvPr/>
        </p:nvSpPr>
        <p:spPr>
          <a:xfrm>
            <a:off x="8001000" y="2029968"/>
            <a:ext cx="3502152" cy="795528"/>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Rounded Corners 16">
            <a:extLst>
              <a:ext uri="{FF2B5EF4-FFF2-40B4-BE49-F238E27FC236}">
                <a16:creationId xmlns:a16="http://schemas.microsoft.com/office/drawing/2014/main" id="{D2E53C19-EDD8-98DC-3F87-6670C6AA9634}"/>
              </a:ext>
            </a:extLst>
          </p:cNvPr>
          <p:cNvSpPr/>
          <p:nvPr/>
        </p:nvSpPr>
        <p:spPr>
          <a:xfrm>
            <a:off x="8183880" y="2176272"/>
            <a:ext cx="54864" cy="475488"/>
          </a:xfrm>
          <a:prstGeom prst="roundRect">
            <a:avLst/>
          </a:prstGeom>
          <a:solidFill>
            <a:srgbClr val="2B796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TextBox 17">
            <a:extLst>
              <a:ext uri="{FF2B5EF4-FFF2-40B4-BE49-F238E27FC236}">
                <a16:creationId xmlns:a16="http://schemas.microsoft.com/office/drawing/2014/main" id="{8BC42506-4143-69A9-0F83-E8F89999C426}"/>
              </a:ext>
            </a:extLst>
          </p:cNvPr>
          <p:cNvSpPr txBox="1"/>
          <p:nvPr/>
        </p:nvSpPr>
        <p:spPr>
          <a:xfrm>
            <a:off x="8366760" y="2234928"/>
            <a:ext cx="2880360" cy="123111"/>
          </a:xfrm>
          <a:prstGeom prst="rect">
            <a:avLst/>
          </a:prstGeom>
          <a:noFill/>
        </p:spPr>
        <p:txBody>
          <a:bodyPr vert="horz" wrap="square" lIns="0" tIns="0" rIns="0" bIns="0" rtlCol="0" anchor="ctr">
            <a:spAutoFit/>
          </a:bodyPr>
          <a:lstStyle/>
          <a:p>
            <a:r>
              <a:rPr lang="en-US" sz="800" b="1">
                <a:solidFill>
                  <a:srgbClr val="625D6E"/>
                </a:solidFill>
                <a:latin typeface="Segoe UI" panose="020B0502040204020203" pitchFamily="34" charset="0"/>
              </a:rPr>
              <a:t>MATCH RATE</a:t>
            </a:r>
            <a:endParaRPr lang="en-NL" sz="800" b="1">
              <a:solidFill>
                <a:srgbClr val="625D6E"/>
              </a:solidFill>
              <a:latin typeface="Segoe UI" panose="020B0502040204020203" pitchFamily="34" charset="0"/>
            </a:endParaRPr>
          </a:p>
        </p:txBody>
      </p:sp>
      <p:sp>
        <p:nvSpPr>
          <p:cNvPr id="19" name="TextBox 18">
            <a:extLst>
              <a:ext uri="{FF2B5EF4-FFF2-40B4-BE49-F238E27FC236}">
                <a16:creationId xmlns:a16="http://schemas.microsoft.com/office/drawing/2014/main" id="{15B536F0-CC8B-F025-45BB-F3BB1027CDDD}"/>
              </a:ext>
            </a:extLst>
          </p:cNvPr>
          <p:cNvSpPr txBox="1"/>
          <p:nvPr/>
        </p:nvSpPr>
        <p:spPr>
          <a:xfrm>
            <a:off x="8366760" y="2336069"/>
            <a:ext cx="2880360" cy="323165"/>
          </a:xfrm>
          <a:prstGeom prst="rect">
            <a:avLst/>
          </a:prstGeom>
          <a:noFill/>
        </p:spPr>
        <p:txBody>
          <a:bodyPr vert="horz" wrap="square" lIns="0" tIns="0" rIns="0" bIns="0" rtlCol="0" anchor="ctr">
            <a:spAutoFit/>
          </a:bodyPr>
          <a:lstStyle/>
          <a:p>
            <a:r>
              <a:rPr lang="en-US" sz="2100" b="1">
                <a:solidFill>
                  <a:srgbClr val="2B796D"/>
                </a:solidFill>
                <a:latin typeface="Segoe UI" panose="020B0502040204020203" pitchFamily="34" charset="0"/>
              </a:rPr>
              <a:t>90% KPI</a:t>
            </a:r>
            <a:endParaRPr lang="en-NL" sz="2100" b="1">
              <a:solidFill>
                <a:srgbClr val="2B796D"/>
              </a:solidFill>
              <a:latin typeface="Segoe UI" panose="020B0502040204020203" pitchFamily="34" charset="0"/>
            </a:endParaRPr>
          </a:p>
        </p:txBody>
      </p:sp>
      <p:sp>
        <p:nvSpPr>
          <p:cNvPr id="20" name="TextBox 19">
            <a:extLst>
              <a:ext uri="{FF2B5EF4-FFF2-40B4-BE49-F238E27FC236}">
                <a16:creationId xmlns:a16="http://schemas.microsoft.com/office/drawing/2014/main" id="{B8C1A5C7-BC36-6E0D-82C2-9275ABE8F624}"/>
              </a:ext>
            </a:extLst>
          </p:cNvPr>
          <p:cNvSpPr txBox="1"/>
          <p:nvPr/>
        </p:nvSpPr>
        <p:spPr>
          <a:xfrm>
            <a:off x="685800" y="3196498"/>
            <a:ext cx="521208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CUSTOMER ECONOMICS</a:t>
            </a:r>
            <a:endParaRPr lang="en-NL" sz="900" b="1">
              <a:solidFill>
                <a:srgbClr val="703DB2"/>
              </a:solidFill>
              <a:latin typeface="Segoe UI" panose="020B0502040204020203" pitchFamily="34" charset="0"/>
            </a:endParaRPr>
          </a:p>
        </p:txBody>
      </p:sp>
      <p:sp>
        <p:nvSpPr>
          <p:cNvPr id="21" name="TextBox 20">
            <a:extLst>
              <a:ext uri="{FF2B5EF4-FFF2-40B4-BE49-F238E27FC236}">
                <a16:creationId xmlns:a16="http://schemas.microsoft.com/office/drawing/2014/main" id="{F89E8E50-6BF2-0E1C-0E58-35CBAE99B501}"/>
              </a:ext>
            </a:extLst>
          </p:cNvPr>
          <p:cNvSpPr txBox="1"/>
          <p:nvPr/>
        </p:nvSpPr>
        <p:spPr>
          <a:xfrm>
            <a:off x="6199632" y="3196498"/>
            <a:ext cx="5212080" cy="138499"/>
          </a:xfrm>
          <a:prstGeom prst="rect">
            <a:avLst/>
          </a:prstGeom>
          <a:noFill/>
        </p:spPr>
        <p:txBody>
          <a:bodyPr vert="horz" wrap="square" lIns="0" tIns="0" rIns="0" bIns="0" rtlCol="0" anchor="ctr">
            <a:spAutoFit/>
          </a:bodyPr>
          <a:lstStyle/>
          <a:p>
            <a:r>
              <a:rPr lang="en-US" sz="900" b="1">
                <a:solidFill>
                  <a:srgbClr val="703DB2"/>
                </a:solidFill>
                <a:latin typeface="Segoe UI" panose="020B0502040204020203" pitchFamily="34" charset="0"/>
              </a:rPr>
              <a:t>YOUR ECONOMICS</a:t>
            </a:r>
            <a:endParaRPr lang="en-NL" sz="900" b="1">
              <a:solidFill>
                <a:srgbClr val="703DB2"/>
              </a:solidFill>
              <a:latin typeface="Segoe UI" panose="020B0502040204020203" pitchFamily="34" charset="0"/>
            </a:endParaRPr>
          </a:p>
        </p:txBody>
      </p:sp>
      <p:sp>
        <p:nvSpPr>
          <p:cNvPr id="22" name="Rectangle: Rounded Corners 21">
            <a:extLst>
              <a:ext uri="{FF2B5EF4-FFF2-40B4-BE49-F238E27FC236}">
                <a16:creationId xmlns:a16="http://schemas.microsoft.com/office/drawing/2014/main" id="{557E9FCB-4D98-7109-030A-99349C2EAD57}"/>
              </a:ext>
            </a:extLst>
          </p:cNvPr>
          <p:cNvSpPr/>
          <p:nvPr/>
        </p:nvSpPr>
        <p:spPr>
          <a:xfrm>
            <a:off x="685800" y="3429000"/>
            <a:ext cx="5285232" cy="1975104"/>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3" name="Rectangle: Rounded Corners 22">
            <a:extLst>
              <a:ext uri="{FF2B5EF4-FFF2-40B4-BE49-F238E27FC236}">
                <a16:creationId xmlns:a16="http://schemas.microsoft.com/office/drawing/2014/main" id="{4C1CD9F1-A7F4-2DF3-808E-8BF2CE27D6EE}"/>
              </a:ext>
            </a:extLst>
          </p:cNvPr>
          <p:cNvSpPr/>
          <p:nvPr/>
        </p:nvSpPr>
        <p:spPr>
          <a:xfrm>
            <a:off x="6199632" y="3429000"/>
            <a:ext cx="5303520" cy="1975104"/>
          </a:xfrm>
          <a:prstGeom prst="roundRect">
            <a:avLst/>
          </a:prstGeom>
          <a:solidFill>
            <a:srgbClr val="FFFFFF"/>
          </a:solidFill>
          <a:ln w="10160">
            <a:solidFill>
              <a:srgbClr val="E0DC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4" name="TextBox 23">
            <a:extLst>
              <a:ext uri="{FF2B5EF4-FFF2-40B4-BE49-F238E27FC236}">
                <a16:creationId xmlns:a16="http://schemas.microsoft.com/office/drawing/2014/main" id="{BA7F0A2D-D557-4605-A1E8-A9D23FC3922A}"/>
              </a:ext>
            </a:extLst>
          </p:cNvPr>
          <p:cNvSpPr txBox="1"/>
          <p:nvPr/>
        </p:nvSpPr>
        <p:spPr>
          <a:xfrm>
            <a:off x="932688" y="3728299"/>
            <a:ext cx="2970703"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Delivered savings</a:t>
            </a:r>
            <a:endParaRPr lang="en-NL" sz="1000" b="1">
              <a:solidFill>
                <a:srgbClr val="625D6E"/>
              </a:solidFill>
              <a:latin typeface="Segoe UI" panose="020B0502040204020203" pitchFamily="34" charset="0"/>
            </a:endParaRPr>
          </a:p>
        </p:txBody>
      </p:sp>
      <p:sp>
        <p:nvSpPr>
          <p:cNvPr id="25" name="TextBox 24">
            <a:extLst>
              <a:ext uri="{FF2B5EF4-FFF2-40B4-BE49-F238E27FC236}">
                <a16:creationId xmlns:a16="http://schemas.microsoft.com/office/drawing/2014/main" id="{E4C050B0-67A7-F47A-3EFB-8A392C6FAE7B}"/>
              </a:ext>
            </a:extLst>
          </p:cNvPr>
          <p:cNvSpPr txBox="1"/>
          <p:nvPr/>
        </p:nvSpPr>
        <p:spPr>
          <a:xfrm>
            <a:off x="3903391" y="3696072"/>
            <a:ext cx="1820753"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$427.5K</a:t>
            </a:r>
            <a:endParaRPr lang="en-NL" sz="1300" b="1">
              <a:solidFill>
                <a:srgbClr val="272334"/>
              </a:solidFill>
              <a:latin typeface="Segoe UI" panose="020B0502040204020203" pitchFamily="34" charset="0"/>
            </a:endParaRPr>
          </a:p>
        </p:txBody>
      </p:sp>
      <p:sp>
        <p:nvSpPr>
          <p:cNvPr id="26" name="TextBox 25">
            <a:extLst>
              <a:ext uri="{FF2B5EF4-FFF2-40B4-BE49-F238E27FC236}">
                <a16:creationId xmlns:a16="http://schemas.microsoft.com/office/drawing/2014/main" id="{5CD5B97F-44A2-CBD6-A002-B11628C874B4}"/>
              </a:ext>
            </a:extLst>
          </p:cNvPr>
          <p:cNvSpPr txBox="1"/>
          <p:nvPr/>
        </p:nvSpPr>
        <p:spPr>
          <a:xfrm>
            <a:off x="932688" y="3931865"/>
            <a:ext cx="4791456"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45,000 matches x $9.50</a:t>
            </a:r>
            <a:endParaRPr lang="en-NL" sz="850">
              <a:solidFill>
                <a:srgbClr val="625D6E"/>
              </a:solidFill>
              <a:latin typeface="Segoe UI" panose="020B0502040204020203" pitchFamily="34" charset="0"/>
            </a:endParaRPr>
          </a:p>
        </p:txBody>
      </p:sp>
      <p:sp>
        <p:nvSpPr>
          <p:cNvPr id="27" name="TextBox 26">
            <a:extLst>
              <a:ext uri="{FF2B5EF4-FFF2-40B4-BE49-F238E27FC236}">
                <a16:creationId xmlns:a16="http://schemas.microsoft.com/office/drawing/2014/main" id="{707C391A-3C8D-B576-B4B6-33377340D6CF}"/>
              </a:ext>
            </a:extLst>
          </p:cNvPr>
          <p:cNvSpPr txBox="1"/>
          <p:nvPr/>
        </p:nvSpPr>
        <p:spPr>
          <a:xfrm>
            <a:off x="932688" y="4185499"/>
            <a:ext cx="2970703"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Annual subscription</a:t>
            </a:r>
            <a:endParaRPr lang="en-NL" sz="1000" b="1">
              <a:solidFill>
                <a:srgbClr val="625D6E"/>
              </a:solidFill>
              <a:latin typeface="Segoe UI" panose="020B0502040204020203" pitchFamily="34" charset="0"/>
            </a:endParaRPr>
          </a:p>
        </p:txBody>
      </p:sp>
      <p:sp>
        <p:nvSpPr>
          <p:cNvPr id="28" name="TextBox 27">
            <a:extLst>
              <a:ext uri="{FF2B5EF4-FFF2-40B4-BE49-F238E27FC236}">
                <a16:creationId xmlns:a16="http://schemas.microsoft.com/office/drawing/2014/main" id="{B860B507-7DF9-11D5-0ADE-A11FCBEAA4B5}"/>
              </a:ext>
            </a:extLst>
          </p:cNvPr>
          <p:cNvSpPr txBox="1"/>
          <p:nvPr/>
        </p:nvSpPr>
        <p:spPr>
          <a:xfrm>
            <a:off x="3903391" y="4153272"/>
            <a:ext cx="1820753"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-$200K</a:t>
            </a:r>
            <a:endParaRPr lang="en-NL" sz="1300" b="1">
              <a:solidFill>
                <a:srgbClr val="272334"/>
              </a:solidFill>
              <a:latin typeface="Segoe UI" panose="020B0502040204020203" pitchFamily="34" charset="0"/>
            </a:endParaRPr>
          </a:p>
        </p:txBody>
      </p:sp>
      <p:sp>
        <p:nvSpPr>
          <p:cNvPr id="29" name="TextBox 28">
            <a:extLst>
              <a:ext uri="{FF2B5EF4-FFF2-40B4-BE49-F238E27FC236}">
                <a16:creationId xmlns:a16="http://schemas.microsoft.com/office/drawing/2014/main" id="{DCE2D67E-4893-2D3B-CA79-0FD583F5636D}"/>
              </a:ext>
            </a:extLst>
          </p:cNvPr>
          <p:cNvSpPr txBox="1"/>
          <p:nvPr/>
        </p:nvSpPr>
        <p:spPr>
          <a:xfrm>
            <a:off x="932688" y="4389065"/>
            <a:ext cx="4791456"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Fixed fee for up to 50,000 invoices</a:t>
            </a:r>
            <a:endParaRPr lang="en-NL" sz="850">
              <a:solidFill>
                <a:srgbClr val="625D6E"/>
              </a:solidFill>
              <a:latin typeface="Segoe UI" panose="020B0502040204020203" pitchFamily="34" charset="0"/>
            </a:endParaRPr>
          </a:p>
        </p:txBody>
      </p:sp>
      <p:sp>
        <p:nvSpPr>
          <p:cNvPr id="30" name="Rectangle: Rounded Corners 29">
            <a:extLst>
              <a:ext uri="{FF2B5EF4-FFF2-40B4-BE49-F238E27FC236}">
                <a16:creationId xmlns:a16="http://schemas.microsoft.com/office/drawing/2014/main" id="{18870D6F-01F3-8516-5DF9-AB9903917DDF}"/>
              </a:ext>
            </a:extLst>
          </p:cNvPr>
          <p:cNvSpPr/>
          <p:nvPr/>
        </p:nvSpPr>
        <p:spPr>
          <a:xfrm>
            <a:off x="932688" y="4800600"/>
            <a:ext cx="4791456" cy="393192"/>
          </a:xfrm>
          <a:prstGeom prst="roundRect">
            <a:avLst/>
          </a:prstGeom>
          <a:solidFill>
            <a:srgbClr val="F0EAF7"/>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1" name="TextBox 30">
            <a:extLst>
              <a:ext uri="{FF2B5EF4-FFF2-40B4-BE49-F238E27FC236}">
                <a16:creationId xmlns:a16="http://schemas.microsoft.com/office/drawing/2014/main" id="{EF0E42C1-6221-8C8B-E8A0-26D8DBC1F7EE}"/>
              </a:ext>
            </a:extLst>
          </p:cNvPr>
          <p:cNvSpPr txBox="1"/>
          <p:nvPr/>
        </p:nvSpPr>
        <p:spPr>
          <a:xfrm>
            <a:off x="1060704" y="4903080"/>
            <a:ext cx="4535424" cy="200055"/>
          </a:xfrm>
          <a:prstGeom prst="rect">
            <a:avLst/>
          </a:prstGeom>
          <a:noFill/>
        </p:spPr>
        <p:txBody>
          <a:bodyPr vert="horz" wrap="square" lIns="0" tIns="0" rIns="0" bIns="0" rtlCol="0" anchor="ctr">
            <a:spAutoFit/>
          </a:bodyPr>
          <a:lstStyle/>
          <a:p>
            <a:pPr algn="ctr"/>
            <a:r>
              <a:rPr lang="en-US" sz="1300" b="1">
                <a:solidFill>
                  <a:srgbClr val="703DB2"/>
                </a:solidFill>
                <a:latin typeface="Segoe UI" panose="020B0502040204020203" pitchFamily="34" charset="0"/>
              </a:rPr>
              <a:t>NET CUSTOMER VALUE  +$227.5K</a:t>
            </a:r>
            <a:endParaRPr lang="en-NL" sz="1300" b="1">
              <a:solidFill>
                <a:srgbClr val="703DB2"/>
              </a:solidFill>
              <a:latin typeface="Segoe UI" panose="020B0502040204020203" pitchFamily="34" charset="0"/>
            </a:endParaRPr>
          </a:p>
        </p:txBody>
      </p:sp>
      <p:sp>
        <p:nvSpPr>
          <p:cNvPr id="32" name="TextBox 31">
            <a:extLst>
              <a:ext uri="{FF2B5EF4-FFF2-40B4-BE49-F238E27FC236}">
                <a16:creationId xmlns:a16="http://schemas.microsoft.com/office/drawing/2014/main" id="{78E6C148-4868-0F69-DFFD-809465B8981B}"/>
              </a:ext>
            </a:extLst>
          </p:cNvPr>
          <p:cNvSpPr txBox="1"/>
          <p:nvPr/>
        </p:nvSpPr>
        <p:spPr>
          <a:xfrm>
            <a:off x="6446520" y="3710011"/>
            <a:ext cx="2976372"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Subscription revenue</a:t>
            </a:r>
            <a:endParaRPr lang="en-NL" sz="1000" b="1">
              <a:solidFill>
                <a:srgbClr val="625D6E"/>
              </a:solidFill>
              <a:latin typeface="Segoe UI" panose="020B0502040204020203" pitchFamily="34" charset="0"/>
            </a:endParaRPr>
          </a:p>
        </p:txBody>
      </p:sp>
      <p:sp>
        <p:nvSpPr>
          <p:cNvPr id="33" name="TextBox 32">
            <a:extLst>
              <a:ext uri="{FF2B5EF4-FFF2-40B4-BE49-F238E27FC236}">
                <a16:creationId xmlns:a16="http://schemas.microsoft.com/office/drawing/2014/main" id="{EFE48735-7D30-48C0-12E0-640258848ACA}"/>
              </a:ext>
            </a:extLst>
          </p:cNvPr>
          <p:cNvSpPr txBox="1"/>
          <p:nvPr/>
        </p:nvSpPr>
        <p:spPr>
          <a:xfrm>
            <a:off x="9422892" y="3677784"/>
            <a:ext cx="1824228" cy="200055"/>
          </a:xfrm>
          <a:prstGeom prst="rect">
            <a:avLst/>
          </a:prstGeom>
          <a:noFill/>
        </p:spPr>
        <p:txBody>
          <a:bodyPr vert="horz" wrap="square" lIns="0" tIns="0" rIns="0" bIns="0" rtlCol="0" anchor="ctr">
            <a:spAutoFit/>
          </a:bodyPr>
          <a:lstStyle/>
          <a:p>
            <a:pPr algn="r"/>
            <a:r>
              <a:rPr lang="en-US" sz="1300" b="1">
                <a:solidFill>
                  <a:srgbClr val="703DB2"/>
                </a:solidFill>
                <a:latin typeface="Segoe UI" panose="020B0502040204020203" pitchFamily="34" charset="0"/>
              </a:rPr>
              <a:t>+$200K</a:t>
            </a:r>
            <a:endParaRPr lang="en-NL" sz="1300" b="1">
              <a:solidFill>
                <a:srgbClr val="703DB2"/>
              </a:solidFill>
              <a:latin typeface="Segoe UI" panose="020B0502040204020203" pitchFamily="34" charset="0"/>
            </a:endParaRPr>
          </a:p>
        </p:txBody>
      </p:sp>
      <p:sp>
        <p:nvSpPr>
          <p:cNvPr id="34" name="TextBox 33">
            <a:extLst>
              <a:ext uri="{FF2B5EF4-FFF2-40B4-BE49-F238E27FC236}">
                <a16:creationId xmlns:a16="http://schemas.microsoft.com/office/drawing/2014/main" id="{4E7AB76E-A0C2-08B6-DF64-4C03843B26F4}"/>
              </a:ext>
            </a:extLst>
          </p:cNvPr>
          <p:cNvSpPr txBox="1"/>
          <p:nvPr/>
        </p:nvSpPr>
        <p:spPr>
          <a:xfrm>
            <a:off x="6446520" y="3913577"/>
            <a:ext cx="4800600"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Fixed for agreed capacity</a:t>
            </a:r>
            <a:endParaRPr lang="en-NL" sz="850">
              <a:solidFill>
                <a:srgbClr val="625D6E"/>
              </a:solidFill>
              <a:latin typeface="Segoe UI" panose="020B0502040204020203" pitchFamily="34" charset="0"/>
            </a:endParaRPr>
          </a:p>
        </p:txBody>
      </p:sp>
      <p:sp>
        <p:nvSpPr>
          <p:cNvPr id="35" name="TextBox 34">
            <a:extLst>
              <a:ext uri="{FF2B5EF4-FFF2-40B4-BE49-F238E27FC236}">
                <a16:creationId xmlns:a16="http://schemas.microsoft.com/office/drawing/2014/main" id="{BCAD3F3B-842C-E70E-F158-45D44058D00E}"/>
              </a:ext>
            </a:extLst>
          </p:cNvPr>
          <p:cNvSpPr txBox="1"/>
          <p:nvPr/>
        </p:nvSpPr>
        <p:spPr>
          <a:xfrm>
            <a:off x="6446520" y="4112347"/>
            <a:ext cx="2976372"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Solution build</a:t>
            </a:r>
            <a:endParaRPr lang="en-NL" sz="1000" b="1">
              <a:solidFill>
                <a:srgbClr val="625D6E"/>
              </a:solidFill>
              <a:latin typeface="Segoe UI" panose="020B0502040204020203" pitchFamily="34" charset="0"/>
            </a:endParaRPr>
          </a:p>
        </p:txBody>
      </p:sp>
      <p:sp>
        <p:nvSpPr>
          <p:cNvPr id="36" name="TextBox 35">
            <a:extLst>
              <a:ext uri="{FF2B5EF4-FFF2-40B4-BE49-F238E27FC236}">
                <a16:creationId xmlns:a16="http://schemas.microsoft.com/office/drawing/2014/main" id="{6FB08B37-4A61-7D1A-6318-4C290B5BDF3F}"/>
              </a:ext>
            </a:extLst>
          </p:cNvPr>
          <p:cNvSpPr txBox="1"/>
          <p:nvPr/>
        </p:nvSpPr>
        <p:spPr>
          <a:xfrm>
            <a:off x="9422892" y="4080120"/>
            <a:ext cx="1824228"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-$90K</a:t>
            </a:r>
            <a:endParaRPr lang="en-NL" sz="1300" b="1">
              <a:solidFill>
                <a:srgbClr val="272334"/>
              </a:solidFill>
              <a:latin typeface="Segoe UI" panose="020B0502040204020203" pitchFamily="34" charset="0"/>
            </a:endParaRPr>
          </a:p>
        </p:txBody>
      </p:sp>
      <p:sp>
        <p:nvSpPr>
          <p:cNvPr id="37" name="TextBox 36">
            <a:extLst>
              <a:ext uri="{FF2B5EF4-FFF2-40B4-BE49-F238E27FC236}">
                <a16:creationId xmlns:a16="http://schemas.microsoft.com/office/drawing/2014/main" id="{437B7C44-5C63-881D-51BC-9045F409ECD2}"/>
              </a:ext>
            </a:extLst>
          </p:cNvPr>
          <p:cNvSpPr txBox="1"/>
          <p:nvPr/>
        </p:nvSpPr>
        <p:spPr>
          <a:xfrm>
            <a:off x="6446520" y="4315913"/>
            <a:ext cx="4800600"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Included in year 1</a:t>
            </a:r>
            <a:endParaRPr lang="en-NL" sz="850">
              <a:solidFill>
                <a:srgbClr val="625D6E"/>
              </a:solidFill>
              <a:latin typeface="Segoe UI" panose="020B0502040204020203" pitchFamily="34" charset="0"/>
            </a:endParaRPr>
          </a:p>
        </p:txBody>
      </p:sp>
      <p:sp>
        <p:nvSpPr>
          <p:cNvPr id="38" name="TextBox 37">
            <a:extLst>
              <a:ext uri="{FF2B5EF4-FFF2-40B4-BE49-F238E27FC236}">
                <a16:creationId xmlns:a16="http://schemas.microsoft.com/office/drawing/2014/main" id="{FC9AC5D0-7FAF-9769-E990-99C15131C420}"/>
              </a:ext>
            </a:extLst>
          </p:cNvPr>
          <p:cNvSpPr txBox="1"/>
          <p:nvPr/>
        </p:nvSpPr>
        <p:spPr>
          <a:xfrm>
            <a:off x="6446520" y="4514683"/>
            <a:ext cx="2976372" cy="153888"/>
          </a:xfrm>
          <a:prstGeom prst="rect">
            <a:avLst/>
          </a:prstGeom>
          <a:noFill/>
        </p:spPr>
        <p:txBody>
          <a:bodyPr vert="horz" wrap="square" lIns="0" tIns="0" rIns="0" bIns="0" rtlCol="0" anchor="ctr">
            <a:spAutoFit/>
          </a:bodyPr>
          <a:lstStyle/>
          <a:p>
            <a:r>
              <a:rPr lang="en-US" sz="1000" b="1">
                <a:solidFill>
                  <a:srgbClr val="625D6E"/>
                </a:solidFill>
                <a:latin typeface="Segoe UI" panose="020B0502040204020203" pitchFamily="34" charset="0"/>
              </a:rPr>
              <a:t>Annual run cost</a:t>
            </a:r>
            <a:endParaRPr lang="en-NL" sz="1000" b="1">
              <a:solidFill>
                <a:srgbClr val="625D6E"/>
              </a:solidFill>
              <a:latin typeface="Segoe UI" panose="020B0502040204020203" pitchFamily="34" charset="0"/>
            </a:endParaRPr>
          </a:p>
        </p:txBody>
      </p:sp>
      <p:sp>
        <p:nvSpPr>
          <p:cNvPr id="39" name="TextBox 38">
            <a:extLst>
              <a:ext uri="{FF2B5EF4-FFF2-40B4-BE49-F238E27FC236}">
                <a16:creationId xmlns:a16="http://schemas.microsoft.com/office/drawing/2014/main" id="{EB851EE6-D4A7-8923-0687-166286270A6C}"/>
              </a:ext>
            </a:extLst>
          </p:cNvPr>
          <p:cNvSpPr txBox="1"/>
          <p:nvPr/>
        </p:nvSpPr>
        <p:spPr>
          <a:xfrm>
            <a:off x="9422892" y="4482456"/>
            <a:ext cx="1824228" cy="200055"/>
          </a:xfrm>
          <a:prstGeom prst="rect">
            <a:avLst/>
          </a:prstGeom>
          <a:noFill/>
        </p:spPr>
        <p:txBody>
          <a:bodyPr vert="horz" wrap="square" lIns="0" tIns="0" rIns="0" bIns="0" rtlCol="0" anchor="ctr">
            <a:spAutoFit/>
          </a:bodyPr>
          <a:lstStyle/>
          <a:p>
            <a:pPr algn="r"/>
            <a:r>
              <a:rPr lang="en-US" sz="1300" b="1">
                <a:solidFill>
                  <a:srgbClr val="272334"/>
                </a:solidFill>
                <a:latin typeface="Segoe UI" panose="020B0502040204020203" pitchFamily="34" charset="0"/>
              </a:rPr>
              <a:t>-$25K</a:t>
            </a:r>
            <a:endParaRPr lang="en-NL" sz="1300" b="1">
              <a:solidFill>
                <a:srgbClr val="272334"/>
              </a:solidFill>
              <a:latin typeface="Segoe UI" panose="020B0502040204020203" pitchFamily="34" charset="0"/>
            </a:endParaRPr>
          </a:p>
        </p:txBody>
      </p:sp>
      <p:sp>
        <p:nvSpPr>
          <p:cNvPr id="40" name="TextBox 39">
            <a:extLst>
              <a:ext uri="{FF2B5EF4-FFF2-40B4-BE49-F238E27FC236}">
                <a16:creationId xmlns:a16="http://schemas.microsoft.com/office/drawing/2014/main" id="{866402F6-F8DC-02ED-9188-FB59022E4562}"/>
              </a:ext>
            </a:extLst>
          </p:cNvPr>
          <p:cNvSpPr txBox="1"/>
          <p:nvPr/>
        </p:nvSpPr>
        <p:spPr>
          <a:xfrm>
            <a:off x="6446520" y="4718249"/>
            <a:ext cx="4800600" cy="130805"/>
          </a:xfrm>
          <a:prstGeom prst="rect">
            <a:avLst/>
          </a:prstGeom>
          <a:noFill/>
        </p:spPr>
        <p:txBody>
          <a:bodyPr vert="horz" wrap="square" lIns="0" tIns="0" rIns="0" bIns="0" rtlCol="0" anchor="ctr">
            <a:spAutoFit/>
          </a:bodyPr>
          <a:lstStyle/>
          <a:p>
            <a:r>
              <a:rPr lang="en-US" sz="850">
                <a:solidFill>
                  <a:srgbClr val="625D6E"/>
                </a:solidFill>
                <a:latin typeface="Segoe UI" panose="020B0502040204020203" pitchFamily="34" charset="0"/>
              </a:rPr>
              <a:t>50,000 attempts x $0.50</a:t>
            </a:r>
            <a:endParaRPr lang="en-NL" sz="850">
              <a:solidFill>
                <a:srgbClr val="625D6E"/>
              </a:solidFill>
              <a:latin typeface="Segoe UI" panose="020B0502040204020203" pitchFamily="34" charset="0"/>
            </a:endParaRPr>
          </a:p>
        </p:txBody>
      </p:sp>
      <p:sp>
        <p:nvSpPr>
          <p:cNvPr id="41" name="Rectangle: Rounded Corners 40">
            <a:extLst>
              <a:ext uri="{FF2B5EF4-FFF2-40B4-BE49-F238E27FC236}">
                <a16:creationId xmlns:a16="http://schemas.microsoft.com/office/drawing/2014/main" id="{B0CDAD83-84D9-65F5-F2DD-E19C86841707}"/>
              </a:ext>
            </a:extLst>
          </p:cNvPr>
          <p:cNvSpPr/>
          <p:nvPr/>
        </p:nvSpPr>
        <p:spPr>
          <a:xfrm>
            <a:off x="6446520" y="4965192"/>
            <a:ext cx="4800600" cy="356616"/>
          </a:xfrm>
          <a:prstGeom prst="roundRect">
            <a:avLst/>
          </a:prstGeom>
          <a:solidFill>
            <a:srgbClr val="E2F2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2" name="TextBox 41">
            <a:extLst>
              <a:ext uri="{FF2B5EF4-FFF2-40B4-BE49-F238E27FC236}">
                <a16:creationId xmlns:a16="http://schemas.microsoft.com/office/drawing/2014/main" id="{51714263-770F-4458-E8CB-6168927C7CC3}"/>
              </a:ext>
            </a:extLst>
          </p:cNvPr>
          <p:cNvSpPr txBox="1"/>
          <p:nvPr/>
        </p:nvSpPr>
        <p:spPr>
          <a:xfrm>
            <a:off x="6565392" y="5057078"/>
            <a:ext cx="4553712" cy="184666"/>
          </a:xfrm>
          <a:prstGeom prst="rect">
            <a:avLst/>
          </a:prstGeom>
          <a:noFill/>
        </p:spPr>
        <p:txBody>
          <a:bodyPr vert="horz" wrap="square" lIns="0" tIns="0" rIns="0" bIns="0" rtlCol="0" anchor="ctr">
            <a:spAutoFit/>
          </a:bodyPr>
          <a:lstStyle/>
          <a:p>
            <a:pPr algn="ctr"/>
            <a:r>
              <a:rPr lang="en-US" sz="1200" b="1">
                <a:solidFill>
                  <a:srgbClr val="2B796D"/>
                </a:solidFill>
                <a:latin typeface="Segoe UI" panose="020B0502040204020203" pitchFamily="34" charset="0"/>
              </a:rPr>
              <a:t>YOUR YEAR-1 CONTRIBUTION  +$85K</a:t>
            </a:r>
            <a:endParaRPr lang="en-NL" sz="1200" b="1">
              <a:solidFill>
                <a:srgbClr val="2B796D"/>
              </a:solidFill>
              <a:latin typeface="Segoe UI" panose="020B0502040204020203" pitchFamily="34" charset="0"/>
            </a:endParaRPr>
          </a:p>
        </p:txBody>
      </p:sp>
      <p:sp>
        <p:nvSpPr>
          <p:cNvPr id="43" name="Rectangle: Rounded Corners 42">
            <a:extLst>
              <a:ext uri="{FF2B5EF4-FFF2-40B4-BE49-F238E27FC236}">
                <a16:creationId xmlns:a16="http://schemas.microsoft.com/office/drawing/2014/main" id="{36C16770-E319-8666-CA5F-9F10BD35979A}"/>
              </a:ext>
            </a:extLst>
          </p:cNvPr>
          <p:cNvSpPr/>
          <p:nvPr/>
        </p:nvSpPr>
        <p:spPr>
          <a:xfrm>
            <a:off x="685800" y="5641848"/>
            <a:ext cx="10817352" cy="630936"/>
          </a:xfrm>
          <a:prstGeom prst="roundRect">
            <a:avLst/>
          </a:prstGeom>
          <a:solidFill>
            <a:srgbClr val="E2F2EE"/>
          </a:solidFill>
          <a:ln w="10160">
            <a:solidFill>
              <a:srgbClr val="D5EA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4" name="TextBox 43">
            <a:extLst>
              <a:ext uri="{FF2B5EF4-FFF2-40B4-BE49-F238E27FC236}">
                <a16:creationId xmlns:a16="http://schemas.microsoft.com/office/drawing/2014/main" id="{5AE4F9B0-99CE-29AF-071D-EF3684F6F747}"/>
              </a:ext>
            </a:extLst>
          </p:cNvPr>
          <p:cNvSpPr txBox="1"/>
          <p:nvPr/>
        </p:nvSpPr>
        <p:spPr>
          <a:xfrm>
            <a:off x="914400" y="5803988"/>
            <a:ext cx="10332720" cy="153888"/>
          </a:xfrm>
          <a:prstGeom prst="rect">
            <a:avLst/>
          </a:prstGeom>
          <a:noFill/>
        </p:spPr>
        <p:txBody>
          <a:bodyPr vert="horz" wrap="square" lIns="0" tIns="0" rIns="0" bIns="0" rtlCol="0" anchor="ctr">
            <a:spAutoFit/>
          </a:bodyPr>
          <a:lstStyle/>
          <a:p>
            <a:r>
              <a:rPr lang="en-US" sz="1000" b="1">
                <a:solidFill>
                  <a:srgbClr val="2B796D"/>
                </a:solidFill>
                <a:latin typeface="Segoe UI" panose="020B0502040204020203" pitchFamily="34" charset="0"/>
              </a:rPr>
              <a:t>RISK: SHARED | You absorb quantity swings within capacity; quality and outcome risk sit with the customer. The fee stays fixed.</a:t>
            </a:r>
            <a:endParaRPr lang="en-NL" sz="1000" b="1">
              <a:solidFill>
                <a:srgbClr val="2B796D"/>
              </a:solidFill>
              <a:latin typeface="Segoe UI" panose="020B0502040204020203" pitchFamily="34" charset="0"/>
            </a:endParaRPr>
          </a:p>
        </p:txBody>
      </p:sp>
      <p:sp>
        <p:nvSpPr>
          <p:cNvPr id="45" name="TextBox 44">
            <a:extLst>
              <a:ext uri="{FF2B5EF4-FFF2-40B4-BE49-F238E27FC236}">
                <a16:creationId xmlns:a16="http://schemas.microsoft.com/office/drawing/2014/main" id="{8030E3BA-B373-30CE-BCFF-84D305E84CA9}"/>
              </a:ext>
            </a:extLst>
          </p:cNvPr>
          <p:cNvSpPr txBox="1"/>
          <p:nvPr/>
        </p:nvSpPr>
        <p:spPr>
          <a:xfrm>
            <a:off x="713232" y="6514320"/>
            <a:ext cx="10789920" cy="123111"/>
          </a:xfrm>
          <a:prstGeom prst="rect">
            <a:avLst/>
          </a:prstGeom>
          <a:noFill/>
        </p:spPr>
        <p:txBody>
          <a:bodyPr vert="horz" wrap="square" lIns="0" tIns="0" rIns="0" bIns="0" rtlCol="0" anchor="ctr">
            <a:spAutoFit/>
          </a:bodyPr>
          <a:lstStyle/>
          <a:p>
            <a:r>
              <a:rPr lang="en-US" sz="800">
                <a:solidFill>
                  <a:srgbClr val="625D6E"/>
                </a:solidFill>
                <a:latin typeface="Segoe UI" panose="020B0502040204020203" pitchFamily="34" charset="0"/>
              </a:rPr>
              <a:t>Assumes first-year subscription includes the $90K build and up to 50K invoices; $200K is aligned to the $4 x 50K output reference. Renewal economics not modeled.</a:t>
            </a:r>
            <a:endParaRPr lang="en-NL" sz="800">
              <a:solidFill>
                <a:srgbClr val="625D6E"/>
              </a:solidFill>
              <a:latin typeface="Segoe UI" panose="020B0502040204020203" pitchFamily="34" charset="0"/>
            </a:endParaRPr>
          </a:p>
        </p:txBody>
      </p:sp>
    </p:spTree>
    <p:extLst>
      <p:ext uri="{BB962C8B-B14F-4D97-AF65-F5344CB8AC3E}">
        <p14:creationId xmlns:p14="http://schemas.microsoft.com/office/powerpoint/2010/main" val="2274495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7512" y="356616"/>
            <a:ext cx="64008" cy="283464"/>
          </a:xfrm>
          <a:prstGeom prst="roundRect">
            <a:avLst>
              <a:gd name="adj" fmla="val 42857"/>
            </a:avLst>
          </a:prstGeom>
          <a:solidFill>
            <a:srgbClr val="703DB2"/>
          </a:solidFill>
          <a:ln w="12700">
            <a:solidFill>
              <a:srgbClr val="703DB2">
                <a:alpha val="0"/>
              </a:srgbClr>
            </a:solidFill>
            <a:prstDash val="solid"/>
          </a:ln>
        </p:spPr>
        <p:txBody>
          <a:bodyPr/>
          <a:lstStyle/>
          <a:p>
            <a:endParaRPr lang="en-NL"/>
          </a:p>
        </p:txBody>
      </p:sp>
      <p:sp>
        <p:nvSpPr>
          <p:cNvPr id="3" name="Text 1"/>
          <p:cNvSpPr/>
          <p:nvPr/>
        </p:nvSpPr>
        <p:spPr>
          <a:xfrm>
            <a:off x="841248" y="356616"/>
            <a:ext cx="9144000" cy="201168"/>
          </a:xfrm>
          <a:prstGeom prst="rect">
            <a:avLst/>
          </a:prstGeom>
          <a:noFill/>
          <a:ln/>
        </p:spPr>
        <p:txBody>
          <a:bodyPr wrap="square" lIns="0" tIns="0" rIns="0" bIns="0" rtlCol="0" anchor="ctr"/>
          <a:lstStyle/>
          <a:p>
            <a:pPr marL="0" indent="0">
              <a:buNone/>
            </a:pPr>
            <a:r>
              <a:rPr lang="en-US" sz="900" b="1" kern="0" spc="160" dirty="0">
                <a:solidFill>
                  <a:srgbClr val="703DB2"/>
                </a:solidFill>
                <a:latin typeface="Segoe UI" pitchFamily="34" charset="0"/>
                <a:ea typeface="Segoe UI" pitchFamily="34" charset="-122"/>
                <a:cs typeface="Segoe UI" pitchFamily="34" charset="-120"/>
              </a:rPr>
              <a:t>PRICING MODEL 01  |  OUTPUT</a:t>
            </a:r>
            <a:endParaRPr lang="en-US" sz="900" dirty="0"/>
          </a:p>
        </p:txBody>
      </p:sp>
      <p:sp>
        <p:nvSpPr>
          <p:cNvPr id="4" name="Text 2"/>
          <p:cNvSpPr/>
          <p:nvPr/>
        </p:nvSpPr>
        <p:spPr>
          <a:xfrm>
            <a:off x="667512" y="722376"/>
            <a:ext cx="10881360" cy="484632"/>
          </a:xfrm>
          <a:prstGeom prst="rect">
            <a:avLst/>
          </a:prstGeom>
          <a:noFill/>
          <a:ln/>
        </p:spPr>
        <p:txBody>
          <a:bodyPr wrap="square" lIns="0" tIns="0" rIns="0" bIns="0" rtlCol="0" anchor="ctr"/>
          <a:lstStyle/>
          <a:p>
            <a:pPr marL="0" indent="0">
              <a:buNone/>
            </a:pPr>
            <a:r>
              <a:rPr lang="en-US" sz="2600" b="1">
                <a:solidFill>
                  <a:srgbClr val="272334"/>
                </a:solidFill>
                <a:latin typeface="Segoe UI" pitchFamily="34" charset="0"/>
                <a:ea typeface="Segoe UI" pitchFamily="34" charset="-122"/>
                <a:cs typeface="Segoe UI" pitchFamily="34" charset="-120"/>
              </a:rPr>
              <a:t>Charge for every invoice you process</a:t>
            </a:r>
            <a:endParaRPr lang="en-US" sz="2600" dirty="0"/>
          </a:p>
        </p:txBody>
      </p:sp>
      <p:sp>
        <p:nvSpPr>
          <p:cNvPr id="5" name="Text 3"/>
          <p:cNvSpPr/>
          <p:nvPr/>
        </p:nvSpPr>
        <p:spPr>
          <a:xfrm>
            <a:off x="685800" y="1298448"/>
            <a:ext cx="10789920" cy="274320"/>
          </a:xfrm>
          <a:prstGeom prst="rect">
            <a:avLst/>
          </a:prstGeom>
          <a:noFill/>
          <a:ln/>
        </p:spPr>
        <p:txBody>
          <a:bodyPr wrap="square" lIns="0" tIns="0" rIns="0" bIns="0" rtlCol="0" anchor="ctr"/>
          <a:lstStyle/>
          <a:p>
            <a:pPr marL="0" indent="0">
              <a:buNone/>
            </a:pPr>
            <a:r>
              <a:rPr lang="en-US" sz="1200">
                <a:solidFill>
                  <a:srgbClr val="625D6E"/>
                </a:solidFill>
                <a:latin typeface="Segoe UI" pitchFamily="34" charset="0"/>
                <a:ea typeface="Segoe UI" pitchFamily="34" charset="-122"/>
                <a:cs typeface="Segoe UI" pitchFamily="34" charset="-120"/>
              </a:rPr>
              <a:t>Bill each completed invoice process, whether it matches or not.</a:t>
            </a:r>
            <a:endParaRPr lang="en-US" sz="1200" dirty="0"/>
          </a:p>
        </p:txBody>
      </p:sp>
      <p:sp>
        <p:nvSpPr>
          <p:cNvPr id="6" name="Text 4"/>
          <p:cNvSpPr/>
          <p:nvPr/>
        </p:nvSpPr>
        <p:spPr>
          <a:xfrm>
            <a:off x="685800" y="1746504"/>
            <a:ext cx="7315200" cy="201168"/>
          </a:xfrm>
          <a:prstGeom prst="rect">
            <a:avLst/>
          </a:prstGeom>
          <a:noFill/>
          <a:ln/>
        </p:spPr>
        <p:txBody>
          <a:bodyPr wrap="square" lIns="0" tIns="0" rIns="0" bIns="0" rtlCol="0" anchor="ctr"/>
          <a:lstStyle/>
          <a:p>
            <a:pPr marL="0" indent="0">
              <a:buNone/>
            </a:pPr>
            <a:r>
              <a:rPr lang="en-US" sz="900" b="1" kern="0" spc="110" dirty="0">
                <a:solidFill>
                  <a:srgbClr val="703DB2"/>
                </a:solidFill>
                <a:latin typeface="Segoe UI" pitchFamily="34" charset="0"/>
                <a:ea typeface="Segoe UI" pitchFamily="34" charset="-122"/>
                <a:cs typeface="Segoe UI" pitchFamily="34" charset="-120"/>
              </a:rPr>
              <a:t>ANNUAL PROCESSING VOLUME  </a:t>
            </a:r>
            <a:r>
              <a:rPr lang="en-US" sz="900" b="1" kern="0" spc="110">
                <a:solidFill>
                  <a:srgbClr val="703DB2"/>
                </a:solidFill>
                <a:latin typeface="Segoe UI" pitchFamily="34" charset="0"/>
                <a:ea typeface="Segoe UI" pitchFamily="34" charset="-122"/>
                <a:cs typeface="Segoe UI" pitchFamily="34" charset="-120"/>
              </a:rPr>
              <a:t>|  90% </a:t>
            </a:r>
            <a:r>
              <a:rPr lang="en-US" sz="900" b="1" kern="0" spc="110" dirty="0">
                <a:solidFill>
                  <a:srgbClr val="703DB2"/>
                </a:solidFill>
                <a:latin typeface="Segoe UI" pitchFamily="34" charset="0"/>
                <a:ea typeface="Segoe UI" pitchFamily="34" charset="-122"/>
                <a:cs typeface="Segoe UI" pitchFamily="34" charset="-120"/>
              </a:rPr>
              <a:t>MATCH RATE</a:t>
            </a:r>
            <a:endParaRPr lang="en-US" sz="900" dirty="0"/>
          </a:p>
        </p:txBody>
      </p:sp>
      <p:sp>
        <p:nvSpPr>
          <p:cNvPr id="7" name="Shape 5"/>
          <p:cNvSpPr/>
          <p:nvPr/>
        </p:nvSpPr>
        <p:spPr>
          <a:xfrm>
            <a:off x="685800" y="2011680"/>
            <a:ext cx="3502152" cy="859536"/>
          </a:xfrm>
          <a:prstGeom prst="roundRect">
            <a:avLst>
              <a:gd name="adj" fmla="val 8511"/>
            </a:avLst>
          </a:prstGeom>
          <a:solidFill>
            <a:srgbClr val="FFFFFF"/>
          </a:solidFill>
          <a:ln w="10160">
            <a:solidFill>
              <a:srgbClr val="E0DCE8"/>
            </a:solidFill>
            <a:prstDash val="solid"/>
          </a:ln>
        </p:spPr>
        <p:txBody>
          <a:bodyPr/>
          <a:lstStyle/>
          <a:p>
            <a:endParaRPr lang="en-NL"/>
          </a:p>
        </p:txBody>
      </p:sp>
      <p:sp>
        <p:nvSpPr>
          <p:cNvPr id="8" name="Shape 6"/>
          <p:cNvSpPr/>
          <p:nvPr/>
        </p:nvSpPr>
        <p:spPr>
          <a:xfrm>
            <a:off x="868680" y="2167128"/>
            <a:ext cx="54864" cy="548640"/>
          </a:xfrm>
          <a:prstGeom prst="roundRect">
            <a:avLst>
              <a:gd name="adj" fmla="val 50000"/>
            </a:avLst>
          </a:prstGeom>
          <a:solidFill>
            <a:srgbClr val="2B796D"/>
          </a:solidFill>
          <a:ln w="12700">
            <a:solidFill>
              <a:srgbClr val="2B796D">
                <a:alpha val="0"/>
              </a:srgbClr>
            </a:solidFill>
            <a:prstDash val="solid"/>
          </a:ln>
        </p:spPr>
        <p:txBody>
          <a:bodyPr/>
          <a:lstStyle/>
          <a:p>
            <a:endParaRPr lang="en-NL"/>
          </a:p>
        </p:txBody>
      </p:sp>
      <p:sp>
        <p:nvSpPr>
          <p:cNvPr id="9" name="Text 7"/>
          <p:cNvSpPr/>
          <p:nvPr/>
        </p:nvSpPr>
        <p:spPr>
          <a:xfrm>
            <a:off x="1042416" y="2139696"/>
            <a:ext cx="2907792" cy="164592"/>
          </a:xfrm>
          <a:prstGeom prst="rect">
            <a:avLst/>
          </a:prstGeom>
          <a:noFill/>
          <a:ln/>
        </p:spPr>
        <p:txBody>
          <a:bodyPr wrap="square" lIns="0" tIns="0" rIns="0" bIns="0" rtlCol="0" anchor="ctr"/>
          <a:lstStyle/>
          <a:p>
            <a:pPr marL="0" indent="0">
              <a:buNone/>
            </a:pPr>
            <a:r>
              <a:rPr lang="en-US" sz="850" b="1" kern="0" spc="45" dirty="0">
                <a:solidFill>
                  <a:srgbClr val="625D6E"/>
                </a:solidFill>
                <a:latin typeface="Segoe UI" pitchFamily="34" charset="0"/>
                <a:ea typeface="Segoe UI" pitchFamily="34" charset="-122"/>
                <a:cs typeface="Segoe UI" pitchFamily="34" charset="-120"/>
              </a:rPr>
              <a:t>MATCHED</a:t>
            </a:r>
            <a:endParaRPr lang="en-US" sz="850" dirty="0"/>
          </a:p>
        </p:txBody>
      </p:sp>
      <p:sp>
        <p:nvSpPr>
          <p:cNvPr id="10" name="Text 8"/>
          <p:cNvSpPr/>
          <p:nvPr/>
        </p:nvSpPr>
        <p:spPr>
          <a:xfrm>
            <a:off x="1042416" y="2331720"/>
            <a:ext cx="1417320" cy="329184"/>
          </a:xfrm>
          <a:prstGeom prst="rect">
            <a:avLst/>
          </a:prstGeom>
          <a:noFill/>
          <a:ln/>
        </p:spPr>
        <p:txBody>
          <a:bodyPr wrap="square" lIns="0" tIns="0" rIns="0" bIns="0" rtlCol="0" anchor="ctr"/>
          <a:lstStyle/>
          <a:p>
            <a:pPr marL="0" indent="0">
              <a:buNone/>
            </a:pPr>
            <a:r>
              <a:rPr lang="en-US" sz="2200" b="1">
                <a:solidFill>
                  <a:srgbClr val="2B796D"/>
                </a:solidFill>
                <a:latin typeface="Segoe UI" pitchFamily="34" charset="0"/>
                <a:ea typeface="Segoe UI" pitchFamily="34" charset="-122"/>
                <a:cs typeface="Segoe UI" pitchFamily="34" charset="-120"/>
              </a:rPr>
              <a:t>45,000</a:t>
            </a:r>
            <a:endParaRPr lang="en-US" sz="2200" dirty="0"/>
          </a:p>
        </p:txBody>
      </p:sp>
      <p:sp>
        <p:nvSpPr>
          <p:cNvPr id="11" name="Text 9"/>
          <p:cNvSpPr/>
          <p:nvPr/>
        </p:nvSpPr>
        <p:spPr>
          <a:xfrm>
            <a:off x="2258568" y="2395728"/>
            <a:ext cx="1691640" cy="210312"/>
          </a:xfrm>
          <a:prstGeom prst="rect">
            <a:avLst/>
          </a:prstGeom>
          <a:noFill/>
          <a:ln/>
        </p:spPr>
        <p:txBody>
          <a:bodyPr wrap="square" lIns="0" tIns="0" rIns="0" bIns="0" rtlCol="0" anchor="ctr"/>
          <a:lstStyle/>
          <a:p>
            <a:pPr marL="0" indent="0" algn="r">
              <a:buNone/>
            </a:pPr>
            <a:r>
              <a:rPr lang="en-US" sz="870" b="1" dirty="0">
                <a:solidFill>
                  <a:srgbClr val="625D6E"/>
                </a:solidFill>
                <a:latin typeface="Segoe UI" pitchFamily="34" charset="0"/>
                <a:ea typeface="Segoe UI" pitchFamily="34" charset="-122"/>
                <a:cs typeface="Segoe UI" pitchFamily="34" charset="-120"/>
              </a:rPr>
              <a:t>savings delivered</a:t>
            </a:r>
            <a:endParaRPr lang="en-US" sz="870" dirty="0"/>
          </a:p>
        </p:txBody>
      </p:sp>
      <p:sp>
        <p:nvSpPr>
          <p:cNvPr id="12" name="Shape 10"/>
          <p:cNvSpPr/>
          <p:nvPr/>
        </p:nvSpPr>
        <p:spPr>
          <a:xfrm>
            <a:off x="4343400" y="2011680"/>
            <a:ext cx="3502152" cy="859536"/>
          </a:xfrm>
          <a:prstGeom prst="roundRect">
            <a:avLst>
              <a:gd name="adj" fmla="val 8511"/>
            </a:avLst>
          </a:prstGeom>
          <a:solidFill>
            <a:srgbClr val="FFFFFF"/>
          </a:solidFill>
          <a:ln w="10160">
            <a:solidFill>
              <a:srgbClr val="E0DCE8"/>
            </a:solidFill>
            <a:prstDash val="solid"/>
          </a:ln>
        </p:spPr>
        <p:txBody>
          <a:bodyPr/>
          <a:lstStyle/>
          <a:p>
            <a:endParaRPr lang="en-NL"/>
          </a:p>
        </p:txBody>
      </p:sp>
      <p:sp>
        <p:nvSpPr>
          <p:cNvPr id="13" name="Shape 11"/>
          <p:cNvSpPr/>
          <p:nvPr/>
        </p:nvSpPr>
        <p:spPr>
          <a:xfrm>
            <a:off x="4526280" y="2167128"/>
            <a:ext cx="54864" cy="548640"/>
          </a:xfrm>
          <a:prstGeom prst="roundRect">
            <a:avLst>
              <a:gd name="adj" fmla="val 50000"/>
            </a:avLst>
          </a:prstGeom>
          <a:solidFill>
            <a:srgbClr val="A65D16"/>
          </a:solidFill>
          <a:ln w="12700">
            <a:solidFill>
              <a:srgbClr val="A65D16">
                <a:alpha val="0"/>
              </a:srgbClr>
            </a:solidFill>
            <a:prstDash val="solid"/>
          </a:ln>
        </p:spPr>
        <p:txBody>
          <a:bodyPr/>
          <a:lstStyle/>
          <a:p>
            <a:endParaRPr lang="en-NL"/>
          </a:p>
        </p:txBody>
      </p:sp>
      <p:sp>
        <p:nvSpPr>
          <p:cNvPr id="14" name="Text 12"/>
          <p:cNvSpPr/>
          <p:nvPr/>
        </p:nvSpPr>
        <p:spPr>
          <a:xfrm>
            <a:off x="4700016" y="2139696"/>
            <a:ext cx="2907792" cy="164592"/>
          </a:xfrm>
          <a:prstGeom prst="rect">
            <a:avLst/>
          </a:prstGeom>
          <a:noFill/>
          <a:ln/>
        </p:spPr>
        <p:txBody>
          <a:bodyPr wrap="square" lIns="0" tIns="0" rIns="0" bIns="0" rtlCol="0" anchor="ctr"/>
          <a:lstStyle/>
          <a:p>
            <a:pPr marL="0" indent="0">
              <a:buNone/>
            </a:pPr>
            <a:r>
              <a:rPr lang="en-US" sz="850" b="1" kern="0" spc="45" dirty="0">
                <a:solidFill>
                  <a:srgbClr val="625D6E"/>
                </a:solidFill>
                <a:latin typeface="Segoe UI" pitchFamily="34" charset="0"/>
                <a:ea typeface="Segoe UI" pitchFamily="34" charset="-122"/>
                <a:cs typeface="Segoe UI" pitchFamily="34" charset="-120"/>
              </a:rPr>
              <a:t>UNMATCHED</a:t>
            </a:r>
            <a:endParaRPr lang="en-US" sz="850" dirty="0"/>
          </a:p>
        </p:txBody>
      </p:sp>
      <p:sp>
        <p:nvSpPr>
          <p:cNvPr id="15" name="Text 13"/>
          <p:cNvSpPr/>
          <p:nvPr/>
        </p:nvSpPr>
        <p:spPr>
          <a:xfrm>
            <a:off x="4700016" y="2331720"/>
            <a:ext cx="1417320" cy="329184"/>
          </a:xfrm>
          <a:prstGeom prst="rect">
            <a:avLst/>
          </a:prstGeom>
          <a:noFill/>
          <a:ln/>
        </p:spPr>
        <p:txBody>
          <a:bodyPr wrap="square" lIns="0" tIns="0" rIns="0" bIns="0" rtlCol="0" anchor="ctr"/>
          <a:lstStyle/>
          <a:p>
            <a:pPr marL="0" indent="0">
              <a:buNone/>
            </a:pPr>
            <a:r>
              <a:rPr lang="en-US" sz="2200" b="1">
                <a:solidFill>
                  <a:srgbClr val="A65D16"/>
                </a:solidFill>
                <a:latin typeface="Segoe UI" pitchFamily="34" charset="0"/>
                <a:ea typeface="Segoe UI" pitchFamily="34" charset="-122"/>
                <a:cs typeface="Segoe UI" pitchFamily="34" charset="-120"/>
              </a:rPr>
              <a:t>5,000</a:t>
            </a:r>
            <a:endParaRPr lang="en-US" sz="2200" dirty="0"/>
          </a:p>
        </p:txBody>
      </p:sp>
      <p:sp>
        <p:nvSpPr>
          <p:cNvPr id="16" name="Text 14"/>
          <p:cNvSpPr/>
          <p:nvPr/>
        </p:nvSpPr>
        <p:spPr>
          <a:xfrm>
            <a:off x="5916168" y="2395728"/>
            <a:ext cx="1691640" cy="210312"/>
          </a:xfrm>
          <a:prstGeom prst="rect">
            <a:avLst/>
          </a:prstGeom>
          <a:noFill/>
          <a:ln/>
        </p:spPr>
        <p:txBody>
          <a:bodyPr wrap="square" lIns="0" tIns="0" rIns="0" bIns="0" rtlCol="0" anchor="ctr"/>
          <a:lstStyle/>
          <a:p>
            <a:pPr marL="0" indent="0" algn="r">
              <a:buNone/>
            </a:pPr>
            <a:r>
              <a:rPr lang="en-US" sz="870" b="1">
                <a:solidFill>
                  <a:srgbClr val="625D6E"/>
                </a:solidFill>
                <a:latin typeface="Segoe UI" pitchFamily="34" charset="0"/>
                <a:ea typeface="Segoe UI" pitchFamily="34" charset="-122"/>
                <a:cs typeface="Segoe UI" pitchFamily="34" charset="-120"/>
              </a:rPr>
              <a:t>you still bill</a:t>
            </a:r>
            <a:endParaRPr lang="en-US" sz="870" dirty="0"/>
          </a:p>
        </p:txBody>
      </p:sp>
      <p:sp>
        <p:nvSpPr>
          <p:cNvPr id="17" name="Shape 15"/>
          <p:cNvSpPr/>
          <p:nvPr/>
        </p:nvSpPr>
        <p:spPr>
          <a:xfrm>
            <a:off x="8001000" y="2011680"/>
            <a:ext cx="3502152" cy="859536"/>
          </a:xfrm>
          <a:prstGeom prst="roundRect">
            <a:avLst>
              <a:gd name="adj" fmla="val 8511"/>
            </a:avLst>
          </a:prstGeom>
          <a:solidFill>
            <a:srgbClr val="FFFFFF"/>
          </a:solidFill>
          <a:ln w="10160">
            <a:solidFill>
              <a:srgbClr val="E0DCE8"/>
            </a:solidFill>
            <a:prstDash val="solid"/>
          </a:ln>
        </p:spPr>
        <p:txBody>
          <a:bodyPr/>
          <a:lstStyle/>
          <a:p>
            <a:endParaRPr lang="en-NL"/>
          </a:p>
        </p:txBody>
      </p:sp>
      <p:sp>
        <p:nvSpPr>
          <p:cNvPr id="18" name="Shape 16"/>
          <p:cNvSpPr/>
          <p:nvPr/>
        </p:nvSpPr>
        <p:spPr>
          <a:xfrm>
            <a:off x="8183880" y="2167128"/>
            <a:ext cx="54864" cy="548640"/>
          </a:xfrm>
          <a:prstGeom prst="roundRect">
            <a:avLst>
              <a:gd name="adj" fmla="val 50000"/>
            </a:avLst>
          </a:prstGeom>
          <a:solidFill>
            <a:srgbClr val="703DB2"/>
          </a:solidFill>
          <a:ln w="12700">
            <a:solidFill>
              <a:srgbClr val="703DB2">
                <a:alpha val="0"/>
              </a:srgbClr>
            </a:solidFill>
            <a:prstDash val="solid"/>
          </a:ln>
        </p:spPr>
        <p:txBody>
          <a:bodyPr/>
          <a:lstStyle/>
          <a:p>
            <a:endParaRPr lang="en-NL"/>
          </a:p>
        </p:txBody>
      </p:sp>
      <p:sp>
        <p:nvSpPr>
          <p:cNvPr id="19" name="Text 17"/>
          <p:cNvSpPr/>
          <p:nvPr/>
        </p:nvSpPr>
        <p:spPr>
          <a:xfrm>
            <a:off x="8357616" y="2139696"/>
            <a:ext cx="2907792" cy="164592"/>
          </a:xfrm>
          <a:prstGeom prst="rect">
            <a:avLst/>
          </a:prstGeom>
          <a:noFill/>
          <a:ln/>
        </p:spPr>
        <p:txBody>
          <a:bodyPr wrap="square" lIns="0" tIns="0" rIns="0" bIns="0" rtlCol="0" anchor="ctr"/>
          <a:lstStyle/>
          <a:p>
            <a:pPr marL="0" indent="0">
              <a:buNone/>
            </a:pPr>
            <a:r>
              <a:rPr lang="en-US" sz="850" b="1" kern="0" spc="45" dirty="0">
                <a:solidFill>
                  <a:srgbClr val="625D6E"/>
                </a:solidFill>
                <a:latin typeface="Segoe UI" pitchFamily="34" charset="0"/>
                <a:ea typeface="Segoe UI" pitchFamily="34" charset="-122"/>
                <a:cs typeface="Segoe UI" pitchFamily="34" charset="-120"/>
              </a:rPr>
              <a:t>BILLABLE OUTPUTS</a:t>
            </a:r>
            <a:endParaRPr lang="en-US" sz="850" dirty="0"/>
          </a:p>
        </p:txBody>
      </p:sp>
      <p:sp>
        <p:nvSpPr>
          <p:cNvPr id="20" name="Text 18"/>
          <p:cNvSpPr/>
          <p:nvPr/>
        </p:nvSpPr>
        <p:spPr>
          <a:xfrm>
            <a:off x="8357616" y="2331720"/>
            <a:ext cx="1417320" cy="329184"/>
          </a:xfrm>
          <a:prstGeom prst="rect">
            <a:avLst/>
          </a:prstGeom>
          <a:noFill/>
          <a:ln/>
        </p:spPr>
        <p:txBody>
          <a:bodyPr wrap="square" lIns="0" tIns="0" rIns="0" bIns="0" rtlCol="0" anchor="ctr"/>
          <a:lstStyle/>
          <a:p>
            <a:pPr marL="0" indent="0">
              <a:buNone/>
            </a:pPr>
            <a:r>
              <a:rPr lang="en-US" sz="2200" b="1" dirty="0">
                <a:solidFill>
                  <a:srgbClr val="703DB2"/>
                </a:solidFill>
                <a:latin typeface="Segoe UI" pitchFamily="34" charset="0"/>
                <a:ea typeface="Segoe UI" pitchFamily="34" charset="-122"/>
                <a:cs typeface="Segoe UI" pitchFamily="34" charset="-120"/>
              </a:rPr>
              <a:t>50,000</a:t>
            </a:r>
            <a:endParaRPr lang="en-US" sz="2200" dirty="0"/>
          </a:p>
        </p:txBody>
      </p:sp>
      <p:sp>
        <p:nvSpPr>
          <p:cNvPr id="21" name="Text 19"/>
          <p:cNvSpPr/>
          <p:nvPr/>
        </p:nvSpPr>
        <p:spPr>
          <a:xfrm>
            <a:off x="9573768" y="2395728"/>
            <a:ext cx="1691640" cy="210312"/>
          </a:xfrm>
          <a:prstGeom prst="rect">
            <a:avLst/>
          </a:prstGeom>
          <a:noFill/>
          <a:ln/>
        </p:spPr>
        <p:txBody>
          <a:bodyPr wrap="square" lIns="0" tIns="0" rIns="0" bIns="0" rtlCol="0" anchor="ctr"/>
          <a:lstStyle/>
          <a:p>
            <a:pPr marL="0" indent="0" algn="r">
              <a:buNone/>
            </a:pPr>
            <a:r>
              <a:rPr lang="en-US" sz="870" b="1" dirty="0">
                <a:solidFill>
                  <a:srgbClr val="625D6E"/>
                </a:solidFill>
                <a:latin typeface="Segoe UI" pitchFamily="34" charset="0"/>
                <a:ea typeface="Segoe UI" pitchFamily="34" charset="-122"/>
                <a:cs typeface="Segoe UI" pitchFamily="34" charset="-120"/>
              </a:rPr>
              <a:t>all processed</a:t>
            </a:r>
            <a:endParaRPr lang="en-US" sz="870" dirty="0"/>
          </a:p>
        </p:txBody>
      </p:sp>
      <p:sp>
        <p:nvSpPr>
          <p:cNvPr id="22" name="Text 20"/>
          <p:cNvSpPr/>
          <p:nvPr/>
        </p:nvSpPr>
        <p:spPr>
          <a:xfrm>
            <a:off x="685800" y="3127248"/>
            <a:ext cx="5212080" cy="201168"/>
          </a:xfrm>
          <a:prstGeom prst="rect">
            <a:avLst/>
          </a:prstGeom>
          <a:noFill/>
          <a:ln/>
        </p:spPr>
        <p:txBody>
          <a:bodyPr wrap="square" lIns="0" tIns="0" rIns="0" bIns="0" rtlCol="0" anchor="ctr"/>
          <a:lstStyle/>
          <a:p>
            <a:pPr marL="0" indent="0">
              <a:buNone/>
            </a:pPr>
            <a:r>
              <a:rPr lang="en-US" sz="900" b="1" kern="0" spc="110" dirty="0">
                <a:solidFill>
                  <a:srgbClr val="703DB2"/>
                </a:solidFill>
                <a:latin typeface="Segoe UI" pitchFamily="34" charset="0"/>
                <a:ea typeface="Segoe UI" pitchFamily="34" charset="-122"/>
                <a:cs typeface="Segoe UI" pitchFamily="34" charset="-120"/>
              </a:rPr>
              <a:t>CUSTOMER ECONOMICS</a:t>
            </a:r>
            <a:endParaRPr lang="en-US" sz="900" dirty="0"/>
          </a:p>
        </p:txBody>
      </p:sp>
      <p:sp>
        <p:nvSpPr>
          <p:cNvPr id="23" name="Text 21"/>
          <p:cNvSpPr/>
          <p:nvPr/>
        </p:nvSpPr>
        <p:spPr>
          <a:xfrm>
            <a:off x="6199632" y="3127248"/>
            <a:ext cx="5212080" cy="201168"/>
          </a:xfrm>
          <a:prstGeom prst="rect">
            <a:avLst/>
          </a:prstGeom>
          <a:noFill/>
          <a:ln/>
        </p:spPr>
        <p:txBody>
          <a:bodyPr wrap="square" lIns="0" tIns="0" rIns="0" bIns="0" rtlCol="0" anchor="ctr"/>
          <a:lstStyle/>
          <a:p>
            <a:pPr marL="0" indent="0">
              <a:buNone/>
            </a:pPr>
            <a:r>
              <a:rPr lang="en-US" sz="900" b="1" kern="0" spc="110">
                <a:solidFill>
                  <a:srgbClr val="703DB2"/>
                </a:solidFill>
                <a:latin typeface="Segoe UI" pitchFamily="34" charset="0"/>
                <a:ea typeface="Segoe UI" pitchFamily="34" charset="-122"/>
                <a:cs typeface="Segoe UI" pitchFamily="34" charset="-120"/>
              </a:rPr>
              <a:t>YOUR ECONOMICS</a:t>
            </a:r>
            <a:endParaRPr lang="en-US" sz="900" dirty="0"/>
          </a:p>
        </p:txBody>
      </p:sp>
      <p:sp>
        <p:nvSpPr>
          <p:cNvPr id="24" name="Shape 22"/>
          <p:cNvSpPr/>
          <p:nvPr/>
        </p:nvSpPr>
        <p:spPr>
          <a:xfrm>
            <a:off x="685800" y="3429000"/>
            <a:ext cx="5285232" cy="1975104"/>
          </a:xfrm>
          <a:prstGeom prst="roundRect">
            <a:avLst>
              <a:gd name="adj" fmla="val 3704"/>
            </a:avLst>
          </a:prstGeom>
          <a:solidFill>
            <a:srgbClr val="FFFFFF"/>
          </a:solidFill>
          <a:ln w="10160">
            <a:solidFill>
              <a:srgbClr val="E0DCE8"/>
            </a:solidFill>
            <a:prstDash val="solid"/>
          </a:ln>
        </p:spPr>
        <p:txBody>
          <a:bodyPr/>
          <a:lstStyle/>
          <a:p>
            <a:endParaRPr lang="en-NL"/>
          </a:p>
        </p:txBody>
      </p:sp>
      <p:sp>
        <p:nvSpPr>
          <p:cNvPr id="25" name="Shape 23"/>
          <p:cNvSpPr/>
          <p:nvPr/>
        </p:nvSpPr>
        <p:spPr>
          <a:xfrm>
            <a:off x="6199632" y="3429000"/>
            <a:ext cx="5303520" cy="1975104"/>
          </a:xfrm>
          <a:prstGeom prst="roundRect">
            <a:avLst>
              <a:gd name="adj" fmla="val 3704"/>
            </a:avLst>
          </a:prstGeom>
          <a:solidFill>
            <a:srgbClr val="FFFFFF"/>
          </a:solidFill>
          <a:ln w="10160">
            <a:solidFill>
              <a:srgbClr val="E0DCE8"/>
            </a:solidFill>
            <a:prstDash val="solid"/>
          </a:ln>
        </p:spPr>
        <p:txBody>
          <a:bodyPr/>
          <a:lstStyle/>
          <a:p>
            <a:endParaRPr lang="en-NL"/>
          </a:p>
        </p:txBody>
      </p:sp>
      <p:sp>
        <p:nvSpPr>
          <p:cNvPr id="26" name="Text 24"/>
          <p:cNvSpPr/>
          <p:nvPr/>
        </p:nvSpPr>
        <p:spPr>
          <a:xfrm>
            <a:off x="932688" y="3657600"/>
            <a:ext cx="2970703" cy="182880"/>
          </a:xfrm>
          <a:prstGeom prst="rect">
            <a:avLst/>
          </a:prstGeom>
          <a:noFill/>
          <a:ln/>
        </p:spPr>
        <p:txBody>
          <a:bodyPr wrap="square" lIns="0" tIns="0" rIns="0" bIns="0" rtlCol="0" anchor="ctr"/>
          <a:lstStyle/>
          <a:p>
            <a:pPr marL="0" indent="0">
              <a:buNone/>
            </a:pPr>
            <a:r>
              <a:rPr lang="en-US" sz="1000" b="1" dirty="0">
                <a:solidFill>
                  <a:srgbClr val="625D6E"/>
                </a:solidFill>
                <a:latin typeface="Segoe UI" pitchFamily="34" charset="0"/>
                <a:ea typeface="Segoe UI" pitchFamily="34" charset="-122"/>
                <a:cs typeface="Segoe UI" pitchFamily="34" charset="-120"/>
              </a:rPr>
              <a:t>Delivered savings</a:t>
            </a:r>
            <a:endParaRPr lang="en-US" sz="1000" dirty="0"/>
          </a:p>
        </p:txBody>
      </p:sp>
      <p:sp>
        <p:nvSpPr>
          <p:cNvPr id="27" name="Text 25"/>
          <p:cNvSpPr/>
          <p:nvPr/>
        </p:nvSpPr>
        <p:spPr>
          <a:xfrm>
            <a:off x="3903391" y="3643884"/>
            <a:ext cx="1820753" cy="210312"/>
          </a:xfrm>
          <a:prstGeom prst="rect">
            <a:avLst/>
          </a:prstGeom>
          <a:noFill/>
          <a:ln/>
        </p:spPr>
        <p:txBody>
          <a:bodyPr wrap="square" lIns="0" tIns="0" rIns="0" bIns="0" rtlCol="0" anchor="ctr"/>
          <a:lstStyle/>
          <a:p>
            <a:pPr marL="0" indent="0" algn="r">
              <a:buNone/>
            </a:pPr>
            <a:r>
              <a:rPr lang="en-US" sz="1300" b="1">
                <a:solidFill>
                  <a:srgbClr val="272334"/>
                </a:solidFill>
                <a:latin typeface="Segoe UI" pitchFamily="34" charset="0"/>
                <a:ea typeface="Segoe UI" pitchFamily="34" charset="-122"/>
                <a:cs typeface="Segoe UI" pitchFamily="34" charset="-120"/>
              </a:rPr>
              <a:t>$427.5K</a:t>
            </a:r>
            <a:endParaRPr lang="en-US" sz="1300" dirty="0"/>
          </a:p>
        </p:txBody>
      </p:sp>
      <p:sp>
        <p:nvSpPr>
          <p:cNvPr id="28" name="Text 26"/>
          <p:cNvSpPr/>
          <p:nvPr/>
        </p:nvSpPr>
        <p:spPr>
          <a:xfrm>
            <a:off x="932688" y="3849624"/>
            <a:ext cx="4791456" cy="155448"/>
          </a:xfrm>
          <a:prstGeom prst="rect">
            <a:avLst/>
          </a:prstGeom>
          <a:noFill/>
          <a:ln/>
        </p:spPr>
        <p:txBody>
          <a:bodyPr wrap="square" lIns="0" tIns="0" rIns="0" bIns="0" rtlCol="0" anchor="ctr"/>
          <a:lstStyle/>
          <a:p>
            <a:pPr marL="0" indent="0">
              <a:buNone/>
            </a:pPr>
            <a:r>
              <a:rPr lang="en-US" sz="840">
                <a:solidFill>
                  <a:srgbClr val="625D6E"/>
                </a:solidFill>
                <a:latin typeface="Segoe UI" pitchFamily="34" charset="0"/>
                <a:ea typeface="Segoe UI" pitchFamily="34" charset="-122"/>
                <a:cs typeface="Segoe UI" pitchFamily="34" charset="-120"/>
              </a:rPr>
              <a:t>45,000 </a:t>
            </a:r>
            <a:r>
              <a:rPr lang="en-US" sz="840" dirty="0">
                <a:solidFill>
                  <a:srgbClr val="625D6E"/>
                </a:solidFill>
                <a:latin typeface="Segoe UI" pitchFamily="34" charset="0"/>
                <a:ea typeface="Segoe UI" pitchFamily="34" charset="-122"/>
                <a:cs typeface="Segoe UI" pitchFamily="34" charset="-120"/>
              </a:rPr>
              <a:t>matched x $9.50</a:t>
            </a:r>
            <a:endParaRPr lang="en-US" sz="840" dirty="0"/>
          </a:p>
        </p:txBody>
      </p:sp>
      <p:sp>
        <p:nvSpPr>
          <p:cNvPr id="29" name="Shape 27"/>
          <p:cNvSpPr/>
          <p:nvPr/>
        </p:nvSpPr>
        <p:spPr>
          <a:xfrm>
            <a:off x="932688" y="4050792"/>
            <a:ext cx="4791456" cy="0"/>
          </a:xfrm>
          <a:prstGeom prst="line">
            <a:avLst/>
          </a:prstGeom>
          <a:noFill/>
          <a:ln w="10160">
            <a:solidFill>
              <a:srgbClr val="E0DCE8"/>
            </a:solidFill>
            <a:prstDash val="solid"/>
          </a:ln>
        </p:spPr>
        <p:txBody>
          <a:bodyPr/>
          <a:lstStyle/>
          <a:p>
            <a:endParaRPr lang="en-NL"/>
          </a:p>
        </p:txBody>
      </p:sp>
      <p:sp>
        <p:nvSpPr>
          <p:cNvPr id="30" name="Text 28"/>
          <p:cNvSpPr/>
          <p:nvPr/>
        </p:nvSpPr>
        <p:spPr>
          <a:xfrm>
            <a:off x="932688" y="4178808"/>
            <a:ext cx="2970703" cy="182880"/>
          </a:xfrm>
          <a:prstGeom prst="rect">
            <a:avLst/>
          </a:prstGeom>
          <a:noFill/>
          <a:ln/>
        </p:spPr>
        <p:txBody>
          <a:bodyPr wrap="square" lIns="0" tIns="0" rIns="0" bIns="0" rtlCol="0" anchor="ctr"/>
          <a:lstStyle/>
          <a:p>
            <a:pPr marL="0" indent="0">
              <a:buNone/>
            </a:pPr>
            <a:r>
              <a:rPr lang="en-US" sz="1000" b="1" dirty="0">
                <a:solidFill>
                  <a:srgbClr val="625D6E"/>
                </a:solidFill>
                <a:latin typeface="Segoe UI" pitchFamily="34" charset="0"/>
                <a:ea typeface="Segoe UI" pitchFamily="34" charset="-122"/>
                <a:cs typeface="Segoe UI" pitchFamily="34" charset="-120"/>
              </a:rPr>
              <a:t>Output fees</a:t>
            </a:r>
            <a:endParaRPr lang="en-US" sz="1000" dirty="0"/>
          </a:p>
        </p:txBody>
      </p:sp>
      <p:sp>
        <p:nvSpPr>
          <p:cNvPr id="31" name="Text 29"/>
          <p:cNvSpPr/>
          <p:nvPr/>
        </p:nvSpPr>
        <p:spPr>
          <a:xfrm>
            <a:off x="3903391" y="4165092"/>
            <a:ext cx="1820753" cy="210312"/>
          </a:xfrm>
          <a:prstGeom prst="rect">
            <a:avLst/>
          </a:prstGeom>
          <a:noFill/>
          <a:ln/>
        </p:spPr>
        <p:txBody>
          <a:bodyPr wrap="square" lIns="0" tIns="0" rIns="0" bIns="0" rtlCol="0" anchor="ctr"/>
          <a:lstStyle/>
          <a:p>
            <a:pPr marL="0" indent="0" algn="r">
              <a:buNone/>
            </a:pPr>
            <a:r>
              <a:rPr lang="en-US" sz="1300" b="1" dirty="0">
                <a:solidFill>
                  <a:srgbClr val="272334"/>
                </a:solidFill>
                <a:latin typeface="Segoe UI" pitchFamily="34" charset="0"/>
                <a:ea typeface="Segoe UI" pitchFamily="34" charset="-122"/>
                <a:cs typeface="Segoe UI" pitchFamily="34" charset="-120"/>
              </a:rPr>
              <a:t>$200K</a:t>
            </a:r>
            <a:endParaRPr lang="en-US" sz="1300" dirty="0"/>
          </a:p>
        </p:txBody>
      </p:sp>
      <p:sp>
        <p:nvSpPr>
          <p:cNvPr id="32" name="Text 30"/>
          <p:cNvSpPr/>
          <p:nvPr/>
        </p:nvSpPr>
        <p:spPr>
          <a:xfrm>
            <a:off x="932688" y="4370832"/>
            <a:ext cx="4791456" cy="155448"/>
          </a:xfrm>
          <a:prstGeom prst="rect">
            <a:avLst/>
          </a:prstGeom>
          <a:noFill/>
          <a:ln/>
        </p:spPr>
        <p:txBody>
          <a:bodyPr wrap="square" lIns="0" tIns="0" rIns="0" bIns="0" rtlCol="0" anchor="ctr"/>
          <a:lstStyle/>
          <a:p>
            <a:pPr marL="0" indent="0">
              <a:buNone/>
            </a:pPr>
            <a:r>
              <a:rPr lang="en-US" sz="840" dirty="0">
                <a:solidFill>
                  <a:srgbClr val="625D6E"/>
                </a:solidFill>
                <a:latin typeface="Segoe UI" pitchFamily="34" charset="0"/>
                <a:ea typeface="Segoe UI" pitchFamily="34" charset="-122"/>
                <a:cs typeface="Segoe UI" pitchFamily="34" charset="-120"/>
              </a:rPr>
              <a:t>50,000 processed x $4.00</a:t>
            </a:r>
            <a:endParaRPr lang="en-US" sz="840" dirty="0"/>
          </a:p>
        </p:txBody>
      </p:sp>
      <p:sp>
        <p:nvSpPr>
          <p:cNvPr id="33" name="Shape 31"/>
          <p:cNvSpPr/>
          <p:nvPr/>
        </p:nvSpPr>
        <p:spPr>
          <a:xfrm>
            <a:off x="932688" y="4837176"/>
            <a:ext cx="4791456" cy="393192"/>
          </a:xfrm>
          <a:prstGeom prst="roundRect">
            <a:avLst>
              <a:gd name="adj" fmla="val 6977"/>
            </a:avLst>
          </a:prstGeom>
          <a:solidFill>
            <a:srgbClr val="F0EAF7"/>
          </a:solidFill>
          <a:ln w="12700">
            <a:solidFill>
              <a:srgbClr val="F0EAF7">
                <a:alpha val="0"/>
              </a:srgbClr>
            </a:solidFill>
            <a:prstDash val="solid"/>
          </a:ln>
        </p:spPr>
        <p:txBody>
          <a:bodyPr/>
          <a:lstStyle/>
          <a:p>
            <a:endParaRPr lang="en-NL"/>
          </a:p>
        </p:txBody>
      </p:sp>
      <p:sp>
        <p:nvSpPr>
          <p:cNvPr id="34" name="Text 32"/>
          <p:cNvSpPr/>
          <p:nvPr/>
        </p:nvSpPr>
        <p:spPr>
          <a:xfrm>
            <a:off x="1078992" y="4882896"/>
            <a:ext cx="4498848" cy="265176"/>
          </a:xfrm>
          <a:prstGeom prst="rect">
            <a:avLst/>
          </a:prstGeom>
          <a:noFill/>
          <a:ln/>
        </p:spPr>
        <p:txBody>
          <a:bodyPr wrap="square" lIns="0" tIns="0" rIns="0" bIns="0" rtlCol="0" anchor="ctr"/>
          <a:lstStyle/>
          <a:p>
            <a:pPr marL="0" indent="0" algn="ctr">
              <a:buNone/>
            </a:pPr>
            <a:r>
              <a:rPr lang="en-US" sz="1300" b="1" dirty="0">
                <a:solidFill>
                  <a:srgbClr val="703DB2"/>
                </a:solidFill>
                <a:latin typeface="Segoe UI" pitchFamily="34" charset="0"/>
                <a:ea typeface="Segoe UI" pitchFamily="34" charset="-122"/>
                <a:cs typeface="Segoe UI" pitchFamily="34" charset="-120"/>
              </a:rPr>
              <a:t>NET CUSTOMER </a:t>
            </a:r>
            <a:r>
              <a:rPr lang="en-US" sz="1300" b="1">
                <a:solidFill>
                  <a:srgbClr val="703DB2"/>
                </a:solidFill>
                <a:latin typeface="Segoe UI" pitchFamily="34" charset="0"/>
                <a:ea typeface="Segoe UI" pitchFamily="34" charset="-122"/>
                <a:cs typeface="Segoe UI" pitchFamily="34" charset="-120"/>
              </a:rPr>
              <a:t>VALUE  $227.5K</a:t>
            </a:r>
            <a:endParaRPr lang="en-US" sz="1300" dirty="0"/>
          </a:p>
        </p:txBody>
      </p:sp>
      <p:sp>
        <p:nvSpPr>
          <p:cNvPr id="35" name="Text 33"/>
          <p:cNvSpPr/>
          <p:nvPr/>
        </p:nvSpPr>
        <p:spPr>
          <a:xfrm>
            <a:off x="6446520" y="3639312"/>
            <a:ext cx="2976372" cy="182880"/>
          </a:xfrm>
          <a:prstGeom prst="rect">
            <a:avLst/>
          </a:prstGeom>
          <a:noFill/>
          <a:ln/>
        </p:spPr>
        <p:txBody>
          <a:bodyPr wrap="square" lIns="0" tIns="0" rIns="0" bIns="0" rtlCol="0" anchor="ctr"/>
          <a:lstStyle/>
          <a:p>
            <a:pPr marL="0" indent="0">
              <a:buNone/>
            </a:pPr>
            <a:r>
              <a:rPr lang="en-US" sz="1000" b="1">
                <a:solidFill>
                  <a:srgbClr val="625D6E"/>
                </a:solidFill>
                <a:latin typeface="Segoe UI" pitchFamily="34" charset="0"/>
                <a:ea typeface="Segoe UI" pitchFamily="34" charset="-122"/>
                <a:cs typeface="Segoe UI" pitchFamily="34" charset="-120"/>
              </a:rPr>
              <a:t>Your revenue</a:t>
            </a:r>
            <a:endParaRPr lang="en-US" sz="1000" dirty="0"/>
          </a:p>
        </p:txBody>
      </p:sp>
      <p:sp>
        <p:nvSpPr>
          <p:cNvPr id="36" name="Text 34"/>
          <p:cNvSpPr/>
          <p:nvPr/>
        </p:nvSpPr>
        <p:spPr>
          <a:xfrm>
            <a:off x="9422892" y="3625596"/>
            <a:ext cx="1824228" cy="210312"/>
          </a:xfrm>
          <a:prstGeom prst="rect">
            <a:avLst/>
          </a:prstGeom>
          <a:noFill/>
          <a:ln/>
        </p:spPr>
        <p:txBody>
          <a:bodyPr wrap="square" lIns="0" tIns="0" rIns="0" bIns="0" rtlCol="0" anchor="ctr"/>
          <a:lstStyle/>
          <a:p>
            <a:pPr marL="0" indent="0" algn="r">
              <a:buNone/>
            </a:pPr>
            <a:r>
              <a:rPr lang="en-US" sz="1300" b="1" dirty="0">
                <a:solidFill>
                  <a:srgbClr val="703DB2"/>
                </a:solidFill>
                <a:latin typeface="Segoe UI" pitchFamily="34" charset="0"/>
                <a:ea typeface="Segoe UI" pitchFamily="34" charset="-122"/>
                <a:cs typeface="Segoe UI" pitchFamily="34" charset="-120"/>
              </a:rPr>
              <a:t>+$200K</a:t>
            </a:r>
            <a:endParaRPr lang="en-US" sz="1300" dirty="0"/>
          </a:p>
        </p:txBody>
      </p:sp>
      <p:sp>
        <p:nvSpPr>
          <p:cNvPr id="37" name="Text 35"/>
          <p:cNvSpPr/>
          <p:nvPr/>
        </p:nvSpPr>
        <p:spPr>
          <a:xfrm>
            <a:off x="6446520" y="3831336"/>
            <a:ext cx="4800600" cy="155448"/>
          </a:xfrm>
          <a:prstGeom prst="rect">
            <a:avLst/>
          </a:prstGeom>
          <a:noFill/>
          <a:ln/>
        </p:spPr>
        <p:txBody>
          <a:bodyPr wrap="square" lIns="0" tIns="0" rIns="0" bIns="0" rtlCol="0" anchor="ctr"/>
          <a:lstStyle/>
          <a:p>
            <a:pPr marL="0" indent="0">
              <a:buNone/>
            </a:pPr>
            <a:r>
              <a:rPr lang="en-US" sz="840">
                <a:solidFill>
                  <a:srgbClr val="625D6E"/>
                </a:solidFill>
                <a:latin typeface="Segoe UI" pitchFamily="34" charset="0"/>
                <a:ea typeface="Segoe UI" pitchFamily="34" charset="-122"/>
                <a:cs typeface="Segoe UI" pitchFamily="34" charset="-120"/>
              </a:rPr>
              <a:t>You earn $20K from unmatched outputs</a:t>
            </a:r>
            <a:endParaRPr lang="en-US" sz="840" dirty="0"/>
          </a:p>
        </p:txBody>
      </p:sp>
      <p:sp>
        <p:nvSpPr>
          <p:cNvPr id="38" name="Text 36"/>
          <p:cNvSpPr/>
          <p:nvPr/>
        </p:nvSpPr>
        <p:spPr>
          <a:xfrm>
            <a:off x="6446520" y="4069080"/>
            <a:ext cx="2976372" cy="182880"/>
          </a:xfrm>
          <a:prstGeom prst="rect">
            <a:avLst/>
          </a:prstGeom>
          <a:noFill/>
          <a:ln/>
        </p:spPr>
        <p:txBody>
          <a:bodyPr wrap="square" lIns="0" tIns="0" rIns="0" bIns="0" rtlCol="0" anchor="ctr"/>
          <a:lstStyle/>
          <a:p>
            <a:pPr marL="0" indent="0">
              <a:buNone/>
            </a:pPr>
            <a:r>
              <a:rPr lang="en-US" sz="1000" b="1">
                <a:solidFill>
                  <a:srgbClr val="625D6E"/>
                </a:solidFill>
                <a:latin typeface="Segoe UI" pitchFamily="34" charset="0"/>
                <a:ea typeface="Segoe UI" pitchFamily="34" charset="-122"/>
                <a:cs typeface="Segoe UI" pitchFamily="34" charset="-120"/>
              </a:rPr>
              <a:t>Your run cost</a:t>
            </a:r>
            <a:endParaRPr lang="en-US" sz="1000" dirty="0"/>
          </a:p>
        </p:txBody>
      </p:sp>
      <p:sp>
        <p:nvSpPr>
          <p:cNvPr id="39" name="Text 37"/>
          <p:cNvSpPr/>
          <p:nvPr/>
        </p:nvSpPr>
        <p:spPr>
          <a:xfrm>
            <a:off x="9422892" y="4055364"/>
            <a:ext cx="1824228" cy="210312"/>
          </a:xfrm>
          <a:prstGeom prst="rect">
            <a:avLst/>
          </a:prstGeom>
          <a:noFill/>
          <a:ln/>
        </p:spPr>
        <p:txBody>
          <a:bodyPr wrap="square" lIns="0" tIns="0" rIns="0" bIns="0" rtlCol="0" anchor="ctr"/>
          <a:lstStyle/>
          <a:p>
            <a:pPr marL="0" indent="0" algn="r">
              <a:buNone/>
            </a:pPr>
            <a:r>
              <a:rPr lang="en-US" sz="1300" b="1" dirty="0">
                <a:solidFill>
                  <a:srgbClr val="272334"/>
                </a:solidFill>
                <a:latin typeface="Segoe UI" pitchFamily="34" charset="0"/>
                <a:ea typeface="Segoe UI" pitchFamily="34" charset="-122"/>
                <a:cs typeface="Segoe UI" pitchFamily="34" charset="-120"/>
              </a:rPr>
              <a:t>-$25K</a:t>
            </a:r>
            <a:endParaRPr lang="en-US" sz="1300" dirty="0"/>
          </a:p>
        </p:txBody>
      </p:sp>
      <p:sp>
        <p:nvSpPr>
          <p:cNvPr id="40" name="Text 38"/>
          <p:cNvSpPr/>
          <p:nvPr/>
        </p:nvSpPr>
        <p:spPr>
          <a:xfrm>
            <a:off x="6446520" y="4261104"/>
            <a:ext cx="4800600" cy="155448"/>
          </a:xfrm>
          <a:prstGeom prst="rect">
            <a:avLst/>
          </a:prstGeom>
          <a:noFill/>
          <a:ln/>
        </p:spPr>
        <p:txBody>
          <a:bodyPr wrap="square" lIns="0" tIns="0" rIns="0" bIns="0" rtlCol="0" anchor="ctr"/>
          <a:lstStyle/>
          <a:p>
            <a:pPr marL="0" indent="0">
              <a:buNone/>
            </a:pPr>
            <a:r>
              <a:rPr lang="en-US" sz="840" dirty="0">
                <a:solidFill>
                  <a:srgbClr val="625D6E"/>
                </a:solidFill>
                <a:latin typeface="Segoe UI" pitchFamily="34" charset="0"/>
                <a:ea typeface="Segoe UI" pitchFamily="34" charset="-122"/>
                <a:cs typeface="Segoe UI" pitchFamily="34" charset="-120"/>
              </a:rPr>
              <a:t>50,000 attempts x $0.50</a:t>
            </a:r>
            <a:endParaRPr lang="en-US" sz="840" dirty="0"/>
          </a:p>
        </p:txBody>
      </p:sp>
      <p:sp>
        <p:nvSpPr>
          <p:cNvPr id="41" name="Text 39"/>
          <p:cNvSpPr/>
          <p:nvPr/>
        </p:nvSpPr>
        <p:spPr>
          <a:xfrm>
            <a:off x="6446520" y="4489704"/>
            <a:ext cx="2976372" cy="182880"/>
          </a:xfrm>
          <a:prstGeom prst="rect">
            <a:avLst/>
          </a:prstGeom>
          <a:noFill/>
          <a:ln/>
        </p:spPr>
        <p:txBody>
          <a:bodyPr wrap="square" lIns="0" tIns="0" rIns="0" bIns="0" rtlCol="0" anchor="ctr"/>
          <a:lstStyle/>
          <a:p>
            <a:pPr marL="0" indent="0">
              <a:buNone/>
            </a:pPr>
            <a:r>
              <a:rPr lang="en-US" sz="1000" b="1">
                <a:solidFill>
                  <a:srgbClr val="625D6E"/>
                </a:solidFill>
                <a:latin typeface="Segoe UI" pitchFamily="34" charset="0"/>
                <a:ea typeface="Segoe UI" pitchFamily="34" charset="-122"/>
                <a:cs typeface="Segoe UI" pitchFamily="34" charset="-120"/>
              </a:rPr>
              <a:t>Your solution build</a:t>
            </a:r>
            <a:endParaRPr lang="en-US" sz="1000" dirty="0"/>
          </a:p>
        </p:txBody>
      </p:sp>
      <p:sp>
        <p:nvSpPr>
          <p:cNvPr id="42" name="Text 40"/>
          <p:cNvSpPr/>
          <p:nvPr/>
        </p:nvSpPr>
        <p:spPr>
          <a:xfrm>
            <a:off x="9422892" y="4475988"/>
            <a:ext cx="1824228" cy="210312"/>
          </a:xfrm>
          <a:prstGeom prst="rect">
            <a:avLst/>
          </a:prstGeom>
          <a:noFill/>
          <a:ln/>
        </p:spPr>
        <p:txBody>
          <a:bodyPr wrap="square" lIns="0" tIns="0" rIns="0" bIns="0" rtlCol="0" anchor="ctr"/>
          <a:lstStyle/>
          <a:p>
            <a:pPr marL="0" indent="0" algn="r">
              <a:buNone/>
            </a:pPr>
            <a:r>
              <a:rPr lang="en-US" sz="1300" b="1" dirty="0">
                <a:solidFill>
                  <a:srgbClr val="272334"/>
                </a:solidFill>
                <a:latin typeface="Segoe UI" pitchFamily="34" charset="0"/>
                <a:ea typeface="Segoe UI" pitchFamily="34" charset="-122"/>
                <a:cs typeface="Segoe UI" pitchFamily="34" charset="-120"/>
              </a:rPr>
              <a:t>-$90K</a:t>
            </a:r>
            <a:endParaRPr lang="en-US" sz="1300" dirty="0"/>
          </a:p>
        </p:txBody>
      </p:sp>
      <p:sp>
        <p:nvSpPr>
          <p:cNvPr id="43" name="Text 41"/>
          <p:cNvSpPr/>
          <p:nvPr/>
        </p:nvSpPr>
        <p:spPr>
          <a:xfrm>
            <a:off x="6446520" y="4681728"/>
            <a:ext cx="4800600" cy="155448"/>
          </a:xfrm>
          <a:prstGeom prst="rect">
            <a:avLst/>
          </a:prstGeom>
          <a:noFill/>
          <a:ln/>
        </p:spPr>
        <p:txBody>
          <a:bodyPr wrap="square" lIns="0" tIns="0" rIns="0" bIns="0" rtlCol="0" anchor="ctr"/>
          <a:lstStyle/>
          <a:p>
            <a:pPr marL="0" indent="0">
              <a:buNone/>
            </a:pPr>
            <a:r>
              <a:rPr lang="en-US" sz="840" dirty="0">
                <a:solidFill>
                  <a:srgbClr val="625D6E"/>
                </a:solidFill>
                <a:latin typeface="Segoe UI" pitchFamily="34" charset="0"/>
                <a:ea typeface="Segoe UI" pitchFamily="34" charset="-122"/>
                <a:cs typeface="Segoe UI" pitchFamily="34" charset="-120"/>
              </a:rPr>
              <a:t>One-time cost</a:t>
            </a:r>
            <a:endParaRPr lang="en-US" sz="840" dirty="0"/>
          </a:p>
        </p:txBody>
      </p:sp>
      <p:sp>
        <p:nvSpPr>
          <p:cNvPr id="44" name="Shape 42"/>
          <p:cNvSpPr/>
          <p:nvPr/>
        </p:nvSpPr>
        <p:spPr>
          <a:xfrm>
            <a:off x="6446520" y="4919472"/>
            <a:ext cx="4800600" cy="356616"/>
          </a:xfrm>
          <a:prstGeom prst="roundRect">
            <a:avLst>
              <a:gd name="adj" fmla="val 7692"/>
            </a:avLst>
          </a:prstGeom>
          <a:solidFill>
            <a:srgbClr val="E2F2EE"/>
          </a:solidFill>
          <a:ln w="12700">
            <a:solidFill>
              <a:srgbClr val="E2F2EE">
                <a:alpha val="0"/>
              </a:srgbClr>
            </a:solidFill>
            <a:prstDash val="solid"/>
          </a:ln>
        </p:spPr>
        <p:txBody>
          <a:bodyPr/>
          <a:lstStyle/>
          <a:p>
            <a:endParaRPr lang="en-NL"/>
          </a:p>
        </p:txBody>
      </p:sp>
      <p:sp>
        <p:nvSpPr>
          <p:cNvPr id="45" name="Text 43"/>
          <p:cNvSpPr/>
          <p:nvPr/>
        </p:nvSpPr>
        <p:spPr>
          <a:xfrm>
            <a:off x="6565392" y="4956048"/>
            <a:ext cx="4553712" cy="265176"/>
          </a:xfrm>
          <a:prstGeom prst="rect">
            <a:avLst/>
          </a:prstGeom>
          <a:noFill/>
          <a:ln/>
        </p:spPr>
        <p:txBody>
          <a:bodyPr wrap="square" lIns="0" tIns="0" rIns="0" bIns="0" rtlCol="0" anchor="ctr"/>
          <a:lstStyle/>
          <a:p>
            <a:pPr marL="0" indent="0" algn="ctr">
              <a:buNone/>
            </a:pPr>
            <a:r>
              <a:rPr lang="en-US" sz="1250" b="1">
                <a:solidFill>
                  <a:srgbClr val="2B796D"/>
                </a:solidFill>
                <a:latin typeface="Segoe UI" pitchFamily="34" charset="0"/>
                <a:ea typeface="Segoe UI" pitchFamily="34" charset="-122"/>
                <a:cs typeface="Segoe UI" pitchFamily="34" charset="-120"/>
              </a:rPr>
              <a:t>YOUR YEAR-1 CONTRIBUTION  +$85K</a:t>
            </a:r>
            <a:endParaRPr lang="en-US" sz="1250" dirty="0"/>
          </a:p>
        </p:txBody>
      </p:sp>
      <p:sp>
        <p:nvSpPr>
          <p:cNvPr id="46" name="Shape 44"/>
          <p:cNvSpPr/>
          <p:nvPr/>
        </p:nvSpPr>
        <p:spPr>
          <a:xfrm>
            <a:off x="685800" y="5641848"/>
            <a:ext cx="10817352" cy="630936"/>
          </a:xfrm>
          <a:prstGeom prst="roundRect">
            <a:avLst>
              <a:gd name="adj" fmla="val 11594"/>
            </a:avLst>
          </a:prstGeom>
          <a:solidFill>
            <a:srgbClr val="F0EAF7"/>
          </a:solidFill>
          <a:ln w="10160">
            <a:solidFill>
              <a:srgbClr val="F0EAF7"/>
            </a:solidFill>
            <a:prstDash val="solid"/>
          </a:ln>
        </p:spPr>
        <p:txBody>
          <a:bodyPr/>
          <a:lstStyle/>
          <a:p>
            <a:endParaRPr lang="en-NL"/>
          </a:p>
        </p:txBody>
      </p:sp>
      <p:sp>
        <p:nvSpPr>
          <p:cNvPr id="47" name="Text 45"/>
          <p:cNvSpPr/>
          <p:nvPr/>
        </p:nvSpPr>
        <p:spPr>
          <a:xfrm>
            <a:off x="914400" y="5742432"/>
            <a:ext cx="10332720" cy="219456"/>
          </a:xfrm>
          <a:prstGeom prst="rect">
            <a:avLst/>
          </a:prstGeom>
          <a:noFill/>
          <a:ln/>
        </p:spPr>
        <p:txBody>
          <a:bodyPr wrap="square" lIns="0" tIns="0" rIns="0" bIns="0" rtlCol="0" anchor="ctr"/>
          <a:lstStyle/>
          <a:p>
            <a:pPr marL="0" indent="0">
              <a:buNone/>
            </a:pPr>
            <a:r>
              <a:rPr lang="en-US" sz="1100" b="1">
                <a:solidFill>
                  <a:srgbClr val="135A7A"/>
                </a:solidFill>
                <a:latin typeface="Segoe UI" pitchFamily="34" charset="0"/>
                <a:ea typeface="Segoe UI" pitchFamily="34" charset="-122"/>
                <a:cs typeface="Segoe UI" pitchFamily="34" charset="-120"/>
              </a:rPr>
              <a:t>RISK: SHARED, MORE WITH CUSTOMER | You bill every processed invoice regardless of match; the customer carries outcome and volume risk.</a:t>
            </a:r>
            <a:endParaRPr lang="en-US" sz="1100" dirty="0"/>
          </a:p>
        </p:txBody>
      </p:sp>
      <p:sp>
        <p:nvSpPr>
          <p:cNvPr id="48" name="Text 46"/>
          <p:cNvSpPr/>
          <p:nvPr/>
        </p:nvSpPr>
        <p:spPr>
          <a:xfrm>
            <a:off x="713232" y="6400800"/>
            <a:ext cx="10789920" cy="182880"/>
          </a:xfrm>
          <a:prstGeom prst="rect">
            <a:avLst/>
          </a:prstGeom>
          <a:noFill/>
          <a:ln/>
        </p:spPr>
        <p:txBody>
          <a:bodyPr wrap="square" lIns="0" tIns="0" rIns="0" bIns="0" rtlCol="0" anchor="ctr"/>
          <a:lstStyle/>
          <a:p>
            <a:pPr marL="0" indent="0">
              <a:buNone/>
            </a:pPr>
            <a:r>
              <a:rPr lang="en-US" sz="820">
                <a:solidFill>
                  <a:srgbClr val="625D6E"/>
                </a:solidFill>
                <a:latin typeface="Segoe UI" pitchFamily="34" charset="0"/>
                <a:ea typeface="Segoe UI" pitchFamily="34" charset="-122"/>
                <a:cs typeface="Segoe UI" pitchFamily="34" charset="-120"/>
              </a:rPr>
              <a:t>Assumes you charge $4 per processed invoice, with $0.50 run cost per attempt and a $90K one-time build. Your contribution excludes support, integration, overhead and financing.</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7512" y="356616"/>
            <a:ext cx="64008" cy="283464"/>
          </a:xfrm>
          <a:prstGeom prst="roundRect">
            <a:avLst>
              <a:gd name="adj" fmla="val 42857"/>
            </a:avLst>
          </a:prstGeom>
          <a:solidFill>
            <a:srgbClr val="703DB2"/>
          </a:solidFill>
          <a:ln w="12700">
            <a:solidFill>
              <a:srgbClr val="703DB2">
                <a:alpha val="0"/>
              </a:srgbClr>
            </a:solidFill>
            <a:prstDash val="solid"/>
          </a:ln>
        </p:spPr>
        <p:txBody>
          <a:bodyPr/>
          <a:lstStyle/>
          <a:p>
            <a:endParaRPr lang="en-NL"/>
          </a:p>
        </p:txBody>
      </p:sp>
      <p:sp>
        <p:nvSpPr>
          <p:cNvPr id="3" name="Text 1"/>
          <p:cNvSpPr/>
          <p:nvPr/>
        </p:nvSpPr>
        <p:spPr>
          <a:xfrm>
            <a:off x="841248" y="356616"/>
            <a:ext cx="9144000" cy="201168"/>
          </a:xfrm>
          <a:prstGeom prst="rect">
            <a:avLst/>
          </a:prstGeom>
          <a:noFill/>
          <a:ln/>
        </p:spPr>
        <p:txBody>
          <a:bodyPr wrap="square" lIns="0" tIns="0" rIns="0" bIns="0" rtlCol="0" anchor="ctr"/>
          <a:lstStyle/>
          <a:p>
            <a:pPr marL="0" indent="0">
              <a:buNone/>
            </a:pPr>
            <a:r>
              <a:rPr lang="en-US" sz="900" b="1" kern="0" spc="160" dirty="0">
                <a:solidFill>
                  <a:srgbClr val="703DB2"/>
                </a:solidFill>
                <a:latin typeface="Segoe UI" pitchFamily="34" charset="0"/>
                <a:ea typeface="Segoe UI" pitchFamily="34" charset="-122"/>
                <a:cs typeface="Segoe UI" pitchFamily="34" charset="-120"/>
              </a:rPr>
              <a:t>PRICING MODEL 02  |  OUTCOME</a:t>
            </a:r>
            <a:endParaRPr lang="en-US" sz="900" dirty="0"/>
          </a:p>
        </p:txBody>
      </p:sp>
      <p:sp>
        <p:nvSpPr>
          <p:cNvPr id="4" name="Text 2"/>
          <p:cNvSpPr/>
          <p:nvPr/>
        </p:nvSpPr>
        <p:spPr>
          <a:xfrm>
            <a:off x="667512" y="722376"/>
            <a:ext cx="10881360" cy="484632"/>
          </a:xfrm>
          <a:prstGeom prst="rect">
            <a:avLst/>
          </a:prstGeom>
          <a:noFill/>
          <a:ln/>
        </p:spPr>
        <p:txBody>
          <a:bodyPr wrap="square" lIns="0" tIns="0" rIns="0" bIns="0" rtlCol="0" anchor="ctr"/>
          <a:lstStyle/>
          <a:p>
            <a:pPr marL="0" indent="0">
              <a:buNone/>
            </a:pPr>
            <a:r>
              <a:rPr lang="en-US" sz="2600" b="1" dirty="0">
                <a:solidFill>
                  <a:srgbClr val="272334"/>
                </a:solidFill>
                <a:latin typeface="Segoe UI" pitchFamily="34" charset="0"/>
                <a:ea typeface="Segoe UI" pitchFamily="34" charset="-122"/>
                <a:cs typeface="Segoe UI" pitchFamily="34" charset="-120"/>
              </a:rPr>
              <a:t>Payment unlocks only at </a:t>
            </a:r>
            <a:r>
              <a:rPr lang="en-US" sz="2600" b="1">
                <a:solidFill>
                  <a:srgbClr val="272334"/>
                </a:solidFill>
                <a:latin typeface="Segoe UI" pitchFamily="34" charset="0"/>
                <a:ea typeface="Segoe UI" pitchFamily="34" charset="-122"/>
                <a:cs typeface="Segoe UI" pitchFamily="34" charset="-120"/>
              </a:rPr>
              <a:t>the 90% </a:t>
            </a:r>
            <a:r>
              <a:rPr lang="en-US" sz="2600" b="1" dirty="0">
                <a:solidFill>
                  <a:srgbClr val="272334"/>
                </a:solidFill>
                <a:latin typeface="Segoe UI" pitchFamily="34" charset="0"/>
                <a:ea typeface="Segoe UI" pitchFamily="34" charset="-122"/>
                <a:cs typeface="Segoe UI" pitchFamily="34" charset="-120"/>
              </a:rPr>
              <a:t>match target</a:t>
            </a:r>
            <a:endParaRPr lang="en-US" sz="2600" dirty="0"/>
          </a:p>
        </p:txBody>
      </p:sp>
      <p:sp>
        <p:nvSpPr>
          <p:cNvPr id="5" name="Text 3"/>
          <p:cNvSpPr/>
          <p:nvPr/>
        </p:nvSpPr>
        <p:spPr>
          <a:xfrm>
            <a:off x="685800" y="1298448"/>
            <a:ext cx="10789920" cy="274320"/>
          </a:xfrm>
          <a:prstGeom prst="rect">
            <a:avLst/>
          </a:prstGeom>
          <a:noFill/>
          <a:ln/>
        </p:spPr>
        <p:txBody>
          <a:bodyPr wrap="square" lIns="0" tIns="0" rIns="0" bIns="0" rtlCol="0" anchor="ctr"/>
          <a:lstStyle/>
          <a:p>
            <a:pPr marL="0" indent="0">
              <a:buNone/>
            </a:pPr>
            <a:r>
              <a:rPr lang="en-US" sz="1200">
                <a:solidFill>
                  <a:srgbClr val="625D6E"/>
                </a:solidFill>
                <a:latin typeface="Segoe UI" pitchFamily="34" charset="0"/>
                <a:ea typeface="Segoe UI" pitchFamily="34" charset="-122"/>
                <a:cs typeface="Segoe UI" pitchFamily="34" charset="-120"/>
              </a:rPr>
              <a:t>Agree the automated match-rate threshold with the customer: you earn the outcome fee only at or above 90%.</a:t>
            </a:r>
            <a:endParaRPr lang="en-US" sz="1200" dirty="0"/>
          </a:p>
        </p:txBody>
      </p:sp>
      <p:sp>
        <p:nvSpPr>
          <p:cNvPr id="6" name="Shape 4"/>
          <p:cNvSpPr/>
          <p:nvPr/>
        </p:nvSpPr>
        <p:spPr>
          <a:xfrm>
            <a:off x="685800" y="1865376"/>
            <a:ext cx="5285232" cy="804672"/>
          </a:xfrm>
          <a:prstGeom prst="roundRect">
            <a:avLst>
              <a:gd name="adj" fmla="val 9091"/>
            </a:avLst>
          </a:prstGeom>
          <a:solidFill>
            <a:srgbClr val="E2F2EE"/>
          </a:solidFill>
          <a:ln w="10160">
            <a:solidFill>
              <a:srgbClr val="D5EAE4"/>
            </a:solidFill>
            <a:prstDash val="solid"/>
          </a:ln>
        </p:spPr>
        <p:txBody>
          <a:bodyPr/>
          <a:lstStyle/>
          <a:p>
            <a:endParaRPr lang="en-NL"/>
          </a:p>
        </p:txBody>
      </p:sp>
      <p:sp>
        <p:nvSpPr>
          <p:cNvPr id="7" name="Shape 5"/>
          <p:cNvSpPr/>
          <p:nvPr/>
        </p:nvSpPr>
        <p:spPr>
          <a:xfrm>
            <a:off x="685800" y="1865376"/>
            <a:ext cx="5285232" cy="45720"/>
          </a:xfrm>
          <a:prstGeom prst="roundRect">
            <a:avLst>
              <a:gd name="adj" fmla="val 60000"/>
            </a:avLst>
          </a:prstGeom>
          <a:solidFill>
            <a:srgbClr val="2B796D"/>
          </a:solidFill>
          <a:ln w="12700">
            <a:solidFill>
              <a:srgbClr val="2B796D">
                <a:alpha val="0"/>
              </a:srgbClr>
            </a:solidFill>
            <a:prstDash val="solid"/>
          </a:ln>
        </p:spPr>
        <p:txBody>
          <a:bodyPr/>
          <a:lstStyle/>
          <a:p>
            <a:endParaRPr lang="en-NL"/>
          </a:p>
        </p:txBody>
      </p:sp>
      <p:sp>
        <p:nvSpPr>
          <p:cNvPr id="8" name="Text 6"/>
          <p:cNvSpPr/>
          <p:nvPr/>
        </p:nvSpPr>
        <p:spPr>
          <a:xfrm>
            <a:off x="932688" y="2029968"/>
            <a:ext cx="2286000" cy="201168"/>
          </a:xfrm>
          <a:prstGeom prst="rect">
            <a:avLst/>
          </a:prstGeom>
          <a:noFill/>
          <a:ln/>
        </p:spPr>
        <p:txBody>
          <a:bodyPr wrap="square" lIns="0" tIns="0" rIns="0" bIns="0" rtlCol="0" anchor="ctr"/>
          <a:lstStyle/>
          <a:p>
            <a:pPr marL="0" indent="0">
              <a:buNone/>
            </a:pPr>
            <a:r>
              <a:rPr lang="en-US" sz="1000" b="1" dirty="0">
                <a:solidFill>
                  <a:srgbClr val="2B796D"/>
                </a:solidFill>
                <a:latin typeface="Segoe UI" pitchFamily="34" charset="0"/>
                <a:ea typeface="Segoe UI" pitchFamily="34" charset="-122"/>
                <a:cs typeface="Segoe UI" pitchFamily="34" charset="-120"/>
              </a:rPr>
              <a:t>TARGET MET  |  </a:t>
            </a:r>
            <a:r>
              <a:rPr lang="en-US" sz="1000" b="1">
                <a:solidFill>
                  <a:srgbClr val="2B796D"/>
                </a:solidFill>
                <a:latin typeface="Segoe UI" pitchFamily="34" charset="0"/>
                <a:ea typeface="Segoe UI" pitchFamily="34" charset="-122"/>
                <a:cs typeface="Segoe UI" pitchFamily="34" charset="-120"/>
              </a:rPr>
              <a:t>&gt;= 90%</a:t>
            </a:r>
            <a:endParaRPr lang="en-US" sz="1000" dirty="0"/>
          </a:p>
        </p:txBody>
      </p:sp>
      <p:sp>
        <p:nvSpPr>
          <p:cNvPr id="9" name="Text 7"/>
          <p:cNvSpPr/>
          <p:nvPr/>
        </p:nvSpPr>
        <p:spPr>
          <a:xfrm>
            <a:off x="3154680" y="2029968"/>
            <a:ext cx="2542032" cy="201168"/>
          </a:xfrm>
          <a:prstGeom prst="rect">
            <a:avLst/>
          </a:prstGeom>
          <a:noFill/>
          <a:ln/>
        </p:spPr>
        <p:txBody>
          <a:bodyPr wrap="square" lIns="0" tIns="0" rIns="0" bIns="0" rtlCol="0" anchor="ctr"/>
          <a:lstStyle/>
          <a:p>
            <a:pPr marL="0" indent="0" algn="r">
              <a:buNone/>
            </a:pPr>
            <a:r>
              <a:rPr lang="en-US" sz="1000" b="1">
                <a:solidFill>
                  <a:srgbClr val="272334"/>
                </a:solidFill>
                <a:latin typeface="Segoe UI" pitchFamily="34" charset="0"/>
                <a:ea typeface="Segoe UI" pitchFamily="34" charset="-122"/>
                <a:cs typeface="Segoe UI" pitchFamily="34" charset="-120"/>
              </a:rPr>
              <a:t>45,000 </a:t>
            </a:r>
            <a:r>
              <a:rPr lang="en-US" sz="1000" b="1" dirty="0">
                <a:solidFill>
                  <a:srgbClr val="272334"/>
                </a:solidFill>
                <a:latin typeface="Segoe UI" pitchFamily="34" charset="0"/>
                <a:ea typeface="Segoe UI" pitchFamily="34" charset="-122"/>
                <a:cs typeface="Segoe UI" pitchFamily="34" charset="-120"/>
              </a:rPr>
              <a:t>of 50,000 matched</a:t>
            </a:r>
            <a:endParaRPr lang="en-US" sz="1000" dirty="0"/>
          </a:p>
        </p:txBody>
      </p:sp>
      <p:sp>
        <p:nvSpPr>
          <p:cNvPr id="10" name="Text 8"/>
          <p:cNvSpPr/>
          <p:nvPr/>
        </p:nvSpPr>
        <p:spPr>
          <a:xfrm>
            <a:off x="932688" y="2350008"/>
            <a:ext cx="4663440" cy="164592"/>
          </a:xfrm>
          <a:prstGeom prst="rect">
            <a:avLst/>
          </a:prstGeom>
          <a:noFill/>
          <a:ln/>
        </p:spPr>
        <p:txBody>
          <a:bodyPr wrap="square" lIns="0" tIns="0" rIns="0" bIns="0" rtlCol="0" anchor="ctr"/>
          <a:lstStyle/>
          <a:p>
            <a:pPr marL="0" indent="0">
              <a:buNone/>
            </a:pPr>
            <a:r>
              <a:rPr lang="en-US" sz="920">
                <a:solidFill>
                  <a:srgbClr val="625D6E"/>
                </a:solidFill>
                <a:latin typeface="Segoe UI" pitchFamily="34" charset="0"/>
                <a:ea typeface="Segoe UI" pitchFamily="34" charset="-122"/>
                <a:cs typeface="Segoe UI" pitchFamily="34" charset="-120"/>
              </a:rPr>
              <a:t>You earn $4 per matched invoice.</a:t>
            </a:r>
            <a:endParaRPr lang="en-US" sz="920" dirty="0"/>
          </a:p>
        </p:txBody>
      </p:sp>
      <p:sp>
        <p:nvSpPr>
          <p:cNvPr id="11" name="Shape 9"/>
          <p:cNvSpPr/>
          <p:nvPr/>
        </p:nvSpPr>
        <p:spPr>
          <a:xfrm>
            <a:off x="6199632" y="1865376"/>
            <a:ext cx="5303520" cy="804672"/>
          </a:xfrm>
          <a:prstGeom prst="roundRect">
            <a:avLst>
              <a:gd name="adj" fmla="val 9091"/>
            </a:avLst>
          </a:prstGeom>
          <a:solidFill>
            <a:srgbClr val="FBF0E4"/>
          </a:solidFill>
          <a:ln w="10160">
            <a:solidFill>
              <a:srgbClr val="EEDCC8"/>
            </a:solidFill>
            <a:prstDash val="solid"/>
          </a:ln>
        </p:spPr>
        <p:txBody>
          <a:bodyPr/>
          <a:lstStyle/>
          <a:p>
            <a:endParaRPr lang="en-NL"/>
          </a:p>
        </p:txBody>
      </p:sp>
      <p:sp>
        <p:nvSpPr>
          <p:cNvPr id="12" name="Shape 10"/>
          <p:cNvSpPr/>
          <p:nvPr/>
        </p:nvSpPr>
        <p:spPr>
          <a:xfrm>
            <a:off x="6199632" y="1865376"/>
            <a:ext cx="5303520" cy="45720"/>
          </a:xfrm>
          <a:prstGeom prst="roundRect">
            <a:avLst>
              <a:gd name="adj" fmla="val 60000"/>
            </a:avLst>
          </a:prstGeom>
          <a:solidFill>
            <a:srgbClr val="A65D16"/>
          </a:solidFill>
          <a:ln w="12700">
            <a:solidFill>
              <a:srgbClr val="A65D16">
                <a:alpha val="0"/>
              </a:srgbClr>
            </a:solidFill>
            <a:prstDash val="solid"/>
          </a:ln>
        </p:spPr>
        <p:txBody>
          <a:bodyPr/>
          <a:lstStyle/>
          <a:p>
            <a:endParaRPr lang="en-NL"/>
          </a:p>
        </p:txBody>
      </p:sp>
      <p:sp>
        <p:nvSpPr>
          <p:cNvPr id="13" name="Text 11"/>
          <p:cNvSpPr/>
          <p:nvPr/>
        </p:nvSpPr>
        <p:spPr>
          <a:xfrm>
            <a:off x="6446520" y="2029968"/>
            <a:ext cx="2560320" cy="201168"/>
          </a:xfrm>
          <a:prstGeom prst="rect">
            <a:avLst/>
          </a:prstGeom>
          <a:noFill/>
          <a:ln/>
        </p:spPr>
        <p:txBody>
          <a:bodyPr wrap="square" lIns="0" tIns="0" rIns="0" bIns="0" rtlCol="0" anchor="ctr"/>
          <a:lstStyle/>
          <a:p>
            <a:pPr marL="0" indent="0">
              <a:buNone/>
            </a:pPr>
            <a:r>
              <a:rPr lang="en-US" sz="1000" b="1" dirty="0">
                <a:solidFill>
                  <a:srgbClr val="A65D16"/>
                </a:solidFill>
                <a:latin typeface="Segoe UI" pitchFamily="34" charset="0"/>
                <a:ea typeface="Segoe UI" pitchFamily="34" charset="-122"/>
                <a:cs typeface="Segoe UI" pitchFamily="34" charset="-120"/>
              </a:rPr>
              <a:t>TARGET MISSED  |  </a:t>
            </a:r>
            <a:r>
              <a:rPr lang="en-US" sz="1000" b="1">
                <a:solidFill>
                  <a:srgbClr val="A65D16"/>
                </a:solidFill>
                <a:latin typeface="Segoe UI" pitchFamily="34" charset="0"/>
                <a:ea typeface="Segoe UI" pitchFamily="34" charset="-122"/>
                <a:cs typeface="Segoe UI" pitchFamily="34" charset="-120"/>
              </a:rPr>
              <a:t>&lt; 90%</a:t>
            </a:r>
            <a:endParaRPr lang="en-US" sz="1000" dirty="0"/>
          </a:p>
        </p:txBody>
      </p:sp>
      <p:sp>
        <p:nvSpPr>
          <p:cNvPr id="14" name="Text 12"/>
          <p:cNvSpPr/>
          <p:nvPr/>
        </p:nvSpPr>
        <p:spPr>
          <a:xfrm>
            <a:off x="9180576" y="2002536"/>
            <a:ext cx="2057400" cy="246888"/>
          </a:xfrm>
          <a:prstGeom prst="rect">
            <a:avLst/>
          </a:prstGeom>
          <a:noFill/>
          <a:ln/>
        </p:spPr>
        <p:txBody>
          <a:bodyPr wrap="square" lIns="0" tIns="0" rIns="0" bIns="0" rtlCol="0" anchor="ctr"/>
          <a:lstStyle/>
          <a:p>
            <a:pPr marL="0" indent="0" algn="r">
              <a:buNone/>
            </a:pPr>
            <a:r>
              <a:rPr lang="en-US" sz="1400" b="1" dirty="0">
                <a:solidFill>
                  <a:srgbClr val="A65D16"/>
                </a:solidFill>
                <a:latin typeface="Segoe UI" pitchFamily="34" charset="0"/>
                <a:ea typeface="Segoe UI" pitchFamily="34" charset="-122"/>
                <a:cs typeface="Segoe UI" pitchFamily="34" charset="-120"/>
              </a:rPr>
              <a:t>$0 outcome fee</a:t>
            </a:r>
            <a:endParaRPr lang="en-US" sz="1400" dirty="0"/>
          </a:p>
        </p:txBody>
      </p:sp>
      <p:sp>
        <p:nvSpPr>
          <p:cNvPr id="15" name="Text 13"/>
          <p:cNvSpPr/>
          <p:nvPr/>
        </p:nvSpPr>
        <p:spPr>
          <a:xfrm>
            <a:off x="6446520" y="2350008"/>
            <a:ext cx="4709160" cy="164592"/>
          </a:xfrm>
          <a:prstGeom prst="rect">
            <a:avLst/>
          </a:prstGeom>
          <a:noFill/>
          <a:ln/>
        </p:spPr>
        <p:txBody>
          <a:bodyPr wrap="square" lIns="0" tIns="0" rIns="0" bIns="0" rtlCol="0" anchor="ctr"/>
          <a:lstStyle/>
          <a:p>
            <a:pPr marL="0" indent="0">
              <a:buNone/>
            </a:pPr>
            <a:r>
              <a:rPr lang="en-US" sz="920">
                <a:solidFill>
                  <a:srgbClr val="625D6E"/>
                </a:solidFill>
                <a:latin typeface="Segoe UI" pitchFamily="34" charset="0"/>
                <a:ea typeface="Segoe UI" pitchFamily="34" charset="-122"/>
                <a:cs typeface="Segoe UI" pitchFamily="34" charset="-120"/>
              </a:rPr>
              <a:t>Below 90%, you earn no fee, even on partial matches, but still pay build + run costs.</a:t>
            </a:r>
            <a:endParaRPr lang="en-US" sz="920" dirty="0"/>
          </a:p>
        </p:txBody>
      </p:sp>
      <p:sp>
        <p:nvSpPr>
          <p:cNvPr id="16" name="Text 14"/>
          <p:cNvSpPr/>
          <p:nvPr/>
        </p:nvSpPr>
        <p:spPr>
          <a:xfrm>
            <a:off x="685800" y="2980944"/>
            <a:ext cx="5303520" cy="201168"/>
          </a:xfrm>
          <a:prstGeom prst="rect">
            <a:avLst/>
          </a:prstGeom>
          <a:noFill/>
          <a:ln/>
        </p:spPr>
        <p:txBody>
          <a:bodyPr wrap="square" lIns="0" tIns="0" rIns="0" bIns="0" rtlCol="0" anchor="ctr"/>
          <a:lstStyle/>
          <a:p>
            <a:pPr marL="0" indent="0">
              <a:buNone/>
            </a:pPr>
            <a:r>
              <a:rPr lang="en-US" sz="900" b="1" kern="0" spc="110" dirty="0">
                <a:solidFill>
                  <a:srgbClr val="703DB2"/>
                </a:solidFill>
                <a:latin typeface="Segoe UI" pitchFamily="34" charset="0"/>
                <a:ea typeface="Segoe UI" pitchFamily="34" charset="-122"/>
                <a:cs typeface="Segoe UI" pitchFamily="34" charset="-120"/>
              </a:rPr>
              <a:t>CUSTOMER ECONOMICS  |  TARGET HIT</a:t>
            </a:r>
            <a:endParaRPr lang="en-US" sz="900" dirty="0"/>
          </a:p>
        </p:txBody>
      </p:sp>
      <p:sp>
        <p:nvSpPr>
          <p:cNvPr id="17" name="Text 15"/>
          <p:cNvSpPr/>
          <p:nvPr/>
        </p:nvSpPr>
        <p:spPr>
          <a:xfrm>
            <a:off x="6199632" y="2980944"/>
            <a:ext cx="5303520" cy="201168"/>
          </a:xfrm>
          <a:prstGeom prst="rect">
            <a:avLst/>
          </a:prstGeom>
          <a:noFill/>
          <a:ln/>
        </p:spPr>
        <p:txBody>
          <a:bodyPr wrap="square" lIns="0" tIns="0" rIns="0" bIns="0" rtlCol="0" anchor="ctr"/>
          <a:lstStyle/>
          <a:p>
            <a:pPr marL="0" indent="0">
              <a:buNone/>
            </a:pPr>
            <a:r>
              <a:rPr lang="en-US" sz="900" b="1" kern="0" spc="110">
                <a:solidFill>
                  <a:srgbClr val="703DB2"/>
                </a:solidFill>
                <a:latin typeface="Segoe UI" pitchFamily="34" charset="0"/>
                <a:ea typeface="Segoe UI" pitchFamily="34" charset="-122"/>
                <a:cs typeface="Segoe UI" pitchFamily="34" charset="-120"/>
              </a:rPr>
              <a:t>YOUR ECONOMICS  |  TARGET HIT</a:t>
            </a:r>
            <a:endParaRPr lang="en-US" sz="900" dirty="0"/>
          </a:p>
        </p:txBody>
      </p:sp>
      <p:sp>
        <p:nvSpPr>
          <p:cNvPr id="18" name="Shape 16"/>
          <p:cNvSpPr/>
          <p:nvPr/>
        </p:nvSpPr>
        <p:spPr>
          <a:xfrm>
            <a:off x="685800" y="3282696"/>
            <a:ext cx="5285232" cy="2011680"/>
          </a:xfrm>
          <a:prstGeom prst="roundRect">
            <a:avLst>
              <a:gd name="adj" fmla="val 3636"/>
            </a:avLst>
          </a:prstGeom>
          <a:solidFill>
            <a:srgbClr val="FFFFFF"/>
          </a:solidFill>
          <a:ln w="10160">
            <a:solidFill>
              <a:srgbClr val="E0DCE8"/>
            </a:solidFill>
            <a:prstDash val="solid"/>
          </a:ln>
        </p:spPr>
        <p:txBody>
          <a:bodyPr/>
          <a:lstStyle/>
          <a:p>
            <a:endParaRPr lang="en-NL"/>
          </a:p>
        </p:txBody>
      </p:sp>
      <p:sp>
        <p:nvSpPr>
          <p:cNvPr id="19" name="Shape 17"/>
          <p:cNvSpPr/>
          <p:nvPr/>
        </p:nvSpPr>
        <p:spPr>
          <a:xfrm>
            <a:off x="6199632" y="3282696"/>
            <a:ext cx="5303520" cy="2011680"/>
          </a:xfrm>
          <a:prstGeom prst="roundRect">
            <a:avLst>
              <a:gd name="adj" fmla="val 3636"/>
            </a:avLst>
          </a:prstGeom>
          <a:solidFill>
            <a:srgbClr val="FFFFFF"/>
          </a:solidFill>
          <a:ln w="10160">
            <a:solidFill>
              <a:srgbClr val="E0DCE8"/>
            </a:solidFill>
            <a:prstDash val="solid"/>
          </a:ln>
        </p:spPr>
        <p:txBody>
          <a:bodyPr/>
          <a:lstStyle/>
          <a:p>
            <a:endParaRPr lang="en-NL"/>
          </a:p>
        </p:txBody>
      </p:sp>
      <p:sp>
        <p:nvSpPr>
          <p:cNvPr id="20" name="Text 18"/>
          <p:cNvSpPr/>
          <p:nvPr/>
        </p:nvSpPr>
        <p:spPr>
          <a:xfrm>
            <a:off x="932688" y="3511296"/>
            <a:ext cx="2970703" cy="182880"/>
          </a:xfrm>
          <a:prstGeom prst="rect">
            <a:avLst/>
          </a:prstGeom>
          <a:noFill/>
          <a:ln/>
        </p:spPr>
        <p:txBody>
          <a:bodyPr wrap="square" lIns="0" tIns="0" rIns="0" bIns="0" rtlCol="0" anchor="ctr"/>
          <a:lstStyle/>
          <a:p>
            <a:pPr marL="0" indent="0">
              <a:buNone/>
            </a:pPr>
            <a:r>
              <a:rPr lang="en-US" sz="1000" b="1" dirty="0">
                <a:solidFill>
                  <a:srgbClr val="625D6E"/>
                </a:solidFill>
                <a:latin typeface="Segoe UI" pitchFamily="34" charset="0"/>
                <a:ea typeface="Segoe UI" pitchFamily="34" charset="-122"/>
                <a:cs typeface="Segoe UI" pitchFamily="34" charset="-120"/>
              </a:rPr>
              <a:t>Delivered savings</a:t>
            </a:r>
            <a:endParaRPr lang="en-US" sz="1000" dirty="0"/>
          </a:p>
        </p:txBody>
      </p:sp>
      <p:sp>
        <p:nvSpPr>
          <p:cNvPr id="21" name="Text 19"/>
          <p:cNvSpPr/>
          <p:nvPr/>
        </p:nvSpPr>
        <p:spPr>
          <a:xfrm>
            <a:off x="3903391" y="3497580"/>
            <a:ext cx="1820753" cy="210312"/>
          </a:xfrm>
          <a:prstGeom prst="rect">
            <a:avLst/>
          </a:prstGeom>
          <a:noFill/>
          <a:ln/>
        </p:spPr>
        <p:txBody>
          <a:bodyPr wrap="square" lIns="0" tIns="0" rIns="0" bIns="0" rtlCol="0" anchor="ctr"/>
          <a:lstStyle/>
          <a:p>
            <a:pPr marL="0" indent="0" algn="r">
              <a:buNone/>
            </a:pPr>
            <a:r>
              <a:rPr lang="en-US" sz="1300" b="1">
                <a:solidFill>
                  <a:srgbClr val="272334"/>
                </a:solidFill>
                <a:latin typeface="Segoe UI" pitchFamily="34" charset="0"/>
                <a:ea typeface="Segoe UI" pitchFamily="34" charset="-122"/>
                <a:cs typeface="Segoe UI" pitchFamily="34" charset="-120"/>
              </a:rPr>
              <a:t>$427.5K</a:t>
            </a:r>
            <a:endParaRPr lang="en-US" sz="1300" dirty="0"/>
          </a:p>
        </p:txBody>
      </p:sp>
      <p:sp>
        <p:nvSpPr>
          <p:cNvPr id="22" name="Text 20"/>
          <p:cNvSpPr/>
          <p:nvPr/>
        </p:nvSpPr>
        <p:spPr>
          <a:xfrm>
            <a:off x="932688" y="3703320"/>
            <a:ext cx="4791456" cy="155448"/>
          </a:xfrm>
          <a:prstGeom prst="rect">
            <a:avLst/>
          </a:prstGeom>
          <a:noFill/>
          <a:ln/>
        </p:spPr>
        <p:txBody>
          <a:bodyPr wrap="square" lIns="0" tIns="0" rIns="0" bIns="0" rtlCol="0" anchor="ctr"/>
          <a:lstStyle/>
          <a:p>
            <a:pPr marL="0" indent="0">
              <a:buNone/>
            </a:pPr>
            <a:r>
              <a:rPr lang="en-US" sz="840">
                <a:solidFill>
                  <a:srgbClr val="625D6E"/>
                </a:solidFill>
                <a:latin typeface="Segoe UI" pitchFamily="34" charset="0"/>
                <a:ea typeface="Segoe UI" pitchFamily="34" charset="-122"/>
                <a:cs typeface="Segoe UI" pitchFamily="34" charset="-120"/>
              </a:rPr>
              <a:t>45,000 </a:t>
            </a:r>
            <a:r>
              <a:rPr lang="en-US" sz="840" dirty="0">
                <a:solidFill>
                  <a:srgbClr val="625D6E"/>
                </a:solidFill>
                <a:latin typeface="Segoe UI" pitchFamily="34" charset="0"/>
                <a:ea typeface="Segoe UI" pitchFamily="34" charset="-122"/>
                <a:cs typeface="Segoe UI" pitchFamily="34" charset="-120"/>
              </a:rPr>
              <a:t>matched x $9.50</a:t>
            </a:r>
            <a:endParaRPr lang="en-US" sz="840" dirty="0"/>
          </a:p>
        </p:txBody>
      </p:sp>
      <p:sp>
        <p:nvSpPr>
          <p:cNvPr id="23" name="Shape 21"/>
          <p:cNvSpPr/>
          <p:nvPr/>
        </p:nvSpPr>
        <p:spPr>
          <a:xfrm>
            <a:off x="932688" y="3913632"/>
            <a:ext cx="4791456" cy="0"/>
          </a:xfrm>
          <a:prstGeom prst="line">
            <a:avLst/>
          </a:prstGeom>
          <a:noFill/>
          <a:ln w="10160">
            <a:solidFill>
              <a:srgbClr val="E0DCE8"/>
            </a:solidFill>
            <a:prstDash val="solid"/>
          </a:ln>
        </p:spPr>
        <p:txBody>
          <a:bodyPr/>
          <a:lstStyle/>
          <a:p>
            <a:endParaRPr lang="en-NL"/>
          </a:p>
        </p:txBody>
      </p:sp>
      <p:sp>
        <p:nvSpPr>
          <p:cNvPr id="24" name="Text 22"/>
          <p:cNvSpPr/>
          <p:nvPr/>
        </p:nvSpPr>
        <p:spPr>
          <a:xfrm>
            <a:off x="932688" y="4032504"/>
            <a:ext cx="2970703" cy="182880"/>
          </a:xfrm>
          <a:prstGeom prst="rect">
            <a:avLst/>
          </a:prstGeom>
          <a:noFill/>
          <a:ln/>
        </p:spPr>
        <p:txBody>
          <a:bodyPr wrap="square" lIns="0" tIns="0" rIns="0" bIns="0" rtlCol="0" anchor="ctr"/>
          <a:lstStyle/>
          <a:p>
            <a:pPr marL="0" indent="0">
              <a:buNone/>
            </a:pPr>
            <a:r>
              <a:rPr lang="en-US" sz="1000" b="1" dirty="0">
                <a:solidFill>
                  <a:srgbClr val="625D6E"/>
                </a:solidFill>
                <a:latin typeface="Segoe UI" pitchFamily="34" charset="0"/>
                <a:ea typeface="Segoe UI" pitchFamily="34" charset="-122"/>
                <a:cs typeface="Segoe UI" pitchFamily="34" charset="-120"/>
              </a:rPr>
              <a:t>Outcome fee</a:t>
            </a:r>
            <a:endParaRPr lang="en-US" sz="1000" dirty="0"/>
          </a:p>
        </p:txBody>
      </p:sp>
      <p:sp>
        <p:nvSpPr>
          <p:cNvPr id="25" name="Text 23"/>
          <p:cNvSpPr/>
          <p:nvPr/>
        </p:nvSpPr>
        <p:spPr>
          <a:xfrm>
            <a:off x="3903391" y="4018788"/>
            <a:ext cx="1820753" cy="210312"/>
          </a:xfrm>
          <a:prstGeom prst="rect">
            <a:avLst/>
          </a:prstGeom>
          <a:noFill/>
          <a:ln/>
        </p:spPr>
        <p:txBody>
          <a:bodyPr wrap="square" lIns="0" tIns="0" rIns="0" bIns="0" rtlCol="0" anchor="ctr"/>
          <a:lstStyle/>
          <a:p>
            <a:pPr marL="0" indent="0" algn="r">
              <a:buNone/>
            </a:pPr>
            <a:r>
              <a:rPr lang="en-US" sz="1300" b="1">
                <a:solidFill>
                  <a:srgbClr val="272334"/>
                </a:solidFill>
                <a:latin typeface="Segoe UI" pitchFamily="34" charset="0"/>
                <a:ea typeface="Segoe UI" pitchFamily="34" charset="-122"/>
                <a:cs typeface="Segoe UI" pitchFamily="34" charset="-120"/>
              </a:rPr>
              <a:t>-$180K</a:t>
            </a:r>
            <a:endParaRPr lang="en-US" sz="1300" dirty="0"/>
          </a:p>
        </p:txBody>
      </p:sp>
      <p:sp>
        <p:nvSpPr>
          <p:cNvPr id="26" name="Text 24"/>
          <p:cNvSpPr/>
          <p:nvPr/>
        </p:nvSpPr>
        <p:spPr>
          <a:xfrm>
            <a:off x="932688" y="4224528"/>
            <a:ext cx="4791456" cy="155448"/>
          </a:xfrm>
          <a:prstGeom prst="rect">
            <a:avLst/>
          </a:prstGeom>
          <a:noFill/>
          <a:ln/>
        </p:spPr>
        <p:txBody>
          <a:bodyPr wrap="square" lIns="0" tIns="0" rIns="0" bIns="0" rtlCol="0" anchor="ctr"/>
          <a:lstStyle/>
          <a:p>
            <a:pPr marL="0" indent="0">
              <a:buNone/>
            </a:pPr>
            <a:r>
              <a:rPr lang="en-US" sz="840">
                <a:solidFill>
                  <a:srgbClr val="625D6E"/>
                </a:solidFill>
                <a:latin typeface="Segoe UI" pitchFamily="34" charset="0"/>
                <a:ea typeface="Segoe UI" pitchFamily="34" charset="-122"/>
                <a:cs typeface="Segoe UI" pitchFamily="34" charset="-120"/>
              </a:rPr>
              <a:t>45,000 </a:t>
            </a:r>
            <a:r>
              <a:rPr lang="en-US" sz="840" dirty="0">
                <a:solidFill>
                  <a:srgbClr val="625D6E"/>
                </a:solidFill>
                <a:latin typeface="Segoe UI" pitchFamily="34" charset="0"/>
                <a:ea typeface="Segoe UI" pitchFamily="34" charset="-122"/>
                <a:cs typeface="Segoe UI" pitchFamily="34" charset="-120"/>
              </a:rPr>
              <a:t>x $4.00; only if threshold met</a:t>
            </a:r>
            <a:endParaRPr lang="en-US" sz="840" dirty="0"/>
          </a:p>
        </p:txBody>
      </p:sp>
      <p:sp>
        <p:nvSpPr>
          <p:cNvPr id="27" name="Shape 25"/>
          <p:cNvSpPr/>
          <p:nvPr/>
        </p:nvSpPr>
        <p:spPr>
          <a:xfrm>
            <a:off x="932688" y="4709160"/>
            <a:ext cx="4791456" cy="393192"/>
          </a:xfrm>
          <a:prstGeom prst="roundRect">
            <a:avLst>
              <a:gd name="adj" fmla="val 6977"/>
            </a:avLst>
          </a:prstGeom>
          <a:solidFill>
            <a:srgbClr val="F0EAF7"/>
          </a:solidFill>
          <a:ln w="12700">
            <a:solidFill>
              <a:srgbClr val="F0EAF7">
                <a:alpha val="0"/>
              </a:srgbClr>
            </a:solidFill>
            <a:prstDash val="solid"/>
          </a:ln>
        </p:spPr>
        <p:txBody>
          <a:bodyPr/>
          <a:lstStyle/>
          <a:p>
            <a:endParaRPr lang="en-NL"/>
          </a:p>
        </p:txBody>
      </p:sp>
      <p:sp>
        <p:nvSpPr>
          <p:cNvPr id="28" name="Text 26"/>
          <p:cNvSpPr/>
          <p:nvPr/>
        </p:nvSpPr>
        <p:spPr>
          <a:xfrm>
            <a:off x="1078992" y="4754880"/>
            <a:ext cx="4498848" cy="265176"/>
          </a:xfrm>
          <a:prstGeom prst="rect">
            <a:avLst/>
          </a:prstGeom>
          <a:noFill/>
          <a:ln/>
        </p:spPr>
        <p:txBody>
          <a:bodyPr wrap="square" lIns="0" tIns="0" rIns="0" bIns="0" rtlCol="0" anchor="ctr"/>
          <a:lstStyle/>
          <a:p>
            <a:pPr marL="0" indent="0" algn="ctr">
              <a:buNone/>
            </a:pPr>
            <a:r>
              <a:rPr lang="en-US" sz="1300" b="1" dirty="0">
                <a:solidFill>
                  <a:srgbClr val="703DB2"/>
                </a:solidFill>
                <a:latin typeface="Segoe UI" pitchFamily="34" charset="0"/>
                <a:ea typeface="Segoe UI" pitchFamily="34" charset="-122"/>
                <a:cs typeface="Segoe UI" pitchFamily="34" charset="-120"/>
              </a:rPr>
              <a:t>CUSTOMER </a:t>
            </a:r>
            <a:r>
              <a:rPr lang="en-US" sz="1300" b="1">
                <a:solidFill>
                  <a:srgbClr val="703DB2"/>
                </a:solidFill>
                <a:latin typeface="Segoe UI" pitchFamily="34" charset="0"/>
                <a:ea typeface="Segoe UI" pitchFamily="34" charset="-122"/>
                <a:cs typeface="Segoe UI" pitchFamily="34" charset="-120"/>
              </a:rPr>
              <a:t>RETAINS  +$247.5K</a:t>
            </a:r>
            <a:endParaRPr lang="en-US" sz="1300" dirty="0"/>
          </a:p>
        </p:txBody>
      </p:sp>
      <p:sp>
        <p:nvSpPr>
          <p:cNvPr id="29" name="Text 27"/>
          <p:cNvSpPr/>
          <p:nvPr/>
        </p:nvSpPr>
        <p:spPr>
          <a:xfrm>
            <a:off x="6446520" y="3493008"/>
            <a:ext cx="2976372" cy="182880"/>
          </a:xfrm>
          <a:prstGeom prst="rect">
            <a:avLst/>
          </a:prstGeom>
          <a:noFill/>
          <a:ln/>
        </p:spPr>
        <p:txBody>
          <a:bodyPr wrap="square" lIns="0" tIns="0" rIns="0" bIns="0" rtlCol="0" anchor="ctr"/>
          <a:lstStyle/>
          <a:p>
            <a:pPr marL="0" indent="0">
              <a:buNone/>
            </a:pPr>
            <a:r>
              <a:rPr lang="en-US" sz="1000" b="1">
                <a:solidFill>
                  <a:srgbClr val="625D6E"/>
                </a:solidFill>
                <a:latin typeface="Segoe UI" pitchFamily="34" charset="0"/>
                <a:ea typeface="Segoe UI" pitchFamily="34" charset="-122"/>
                <a:cs typeface="Segoe UI" pitchFamily="34" charset="-120"/>
              </a:rPr>
              <a:t>Your outcome revenue</a:t>
            </a:r>
            <a:endParaRPr lang="en-US" sz="1000" dirty="0"/>
          </a:p>
        </p:txBody>
      </p:sp>
      <p:sp>
        <p:nvSpPr>
          <p:cNvPr id="30" name="Text 28"/>
          <p:cNvSpPr/>
          <p:nvPr/>
        </p:nvSpPr>
        <p:spPr>
          <a:xfrm>
            <a:off x="9422892" y="3479292"/>
            <a:ext cx="1824228" cy="210312"/>
          </a:xfrm>
          <a:prstGeom prst="rect">
            <a:avLst/>
          </a:prstGeom>
          <a:noFill/>
          <a:ln/>
        </p:spPr>
        <p:txBody>
          <a:bodyPr wrap="square" lIns="0" tIns="0" rIns="0" bIns="0" rtlCol="0" anchor="ctr"/>
          <a:lstStyle/>
          <a:p>
            <a:pPr marL="0" indent="0" algn="r">
              <a:buNone/>
            </a:pPr>
            <a:r>
              <a:rPr lang="en-US" sz="1300" b="1">
                <a:solidFill>
                  <a:srgbClr val="703DB2"/>
                </a:solidFill>
                <a:latin typeface="Segoe UI" pitchFamily="34" charset="0"/>
                <a:ea typeface="Segoe UI" pitchFamily="34" charset="-122"/>
                <a:cs typeface="Segoe UI" pitchFamily="34" charset="-120"/>
              </a:rPr>
              <a:t>+$180K</a:t>
            </a:r>
            <a:endParaRPr lang="en-US" sz="1300" dirty="0"/>
          </a:p>
        </p:txBody>
      </p:sp>
      <p:sp>
        <p:nvSpPr>
          <p:cNvPr id="31" name="Text 29"/>
          <p:cNvSpPr/>
          <p:nvPr/>
        </p:nvSpPr>
        <p:spPr>
          <a:xfrm>
            <a:off x="6446520" y="3685032"/>
            <a:ext cx="4800600" cy="155448"/>
          </a:xfrm>
          <a:prstGeom prst="rect">
            <a:avLst/>
          </a:prstGeom>
          <a:noFill/>
          <a:ln/>
        </p:spPr>
        <p:txBody>
          <a:bodyPr wrap="square" lIns="0" tIns="0" rIns="0" bIns="0" rtlCol="0" anchor="ctr"/>
          <a:lstStyle/>
          <a:p>
            <a:pPr marL="0" indent="0">
              <a:buNone/>
            </a:pPr>
            <a:r>
              <a:rPr lang="en-US" sz="840">
                <a:solidFill>
                  <a:srgbClr val="625D6E"/>
                </a:solidFill>
                <a:latin typeface="Segoe UI" pitchFamily="34" charset="0"/>
                <a:ea typeface="Segoe UI" pitchFamily="34" charset="-122"/>
                <a:cs typeface="Segoe UI" pitchFamily="34" charset="-120"/>
              </a:rPr>
              <a:t>45,000 </a:t>
            </a:r>
            <a:r>
              <a:rPr lang="en-US" sz="840" dirty="0">
                <a:solidFill>
                  <a:srgbClr val="625D6E"/>
                </a:solidFill>
                <a:latin typeface="Segoe UI" pitchFamily="34" charset="0"/>
                <a:ea typeface="Segoe UI" pitchFamily="34" charset="-122"/>
                <a:cs typeface="Segoe UI" pitchFamily="34" charset="-120"/>
              </a:rPr>
              <a:t>matches x $4.00</a:t>
            </a:r>
            <a:endParaRPr lang="en-US" sz="840" dirty="0"/>
          </a:p>
        </p:txBody>
      </p:sp>
      <p:sp>
        <p:nvSpPr>
          <p:cNvPr id="32" name="Text 30"/>
          <p:cNvSpPr/>
          <p:nvPr/>
        </p:nvSpPr>
        <p:spPr>
          <a:xfrm>
            <a:off x="6446520" y="3913632"/>
            <a:ext cx="2976372" cy="182880"/>
          </a:xfrm>
          <a:prstGeom prst="rect">
            <a:avLst/>
          </a:prstGeom>
          <a:noFill/>
          <a:ln/>
        </p:spPr>
        <p:txBody>
          <a:bodyPr wrap="square" lIns="0" tIns="0" rIns="0" bIns="0" rtlCol="0" anchor="ctr"/>
          <a:lstStyle/>
          <a:p>
            <a:pPr marL="0" indent="0">
              <a:buNone/>
            </a:pPr>
            <a:r>
              <a:rPr lang="en-US" sz="1000" b="1">
                <a:solidFill>
                  <a:srgbClr val="625D6E"/>
                </a:solidFill>
                <a:latin typeface="Segoe UI" pitchFamily="34" charset="0"/>
                <a:ea typeface="Segoe UI" pitchFamily="34" charset="-122"/>
                <a:cs typeface="Segoe UI" pitchFamily="34" charset="-120"/>
              </a:rPr>
              <a:t>Your run cost</a:t>
            </a:r>
            <a:endParaRPr lang="en-US" sz="1000" dirty="0"/>
          </a:p>
        </p:txBody>
      </p:sp>
      <p:sp>
        <p:nvSpPr>
          <p:cNvPr id="33" name="Text 31"/>
          <p:cNvSpPr/>
          <p:nvPr/>
        </p:nvSpPr>
        <p:spPr>
          <a:xfrm>
            <a:off x="9422892" y="3899916"/>
            <a:ext cx="1824228" cy="210312"/>
          </a:xfrm>
          <a:prstGeom prst="rect">
            <a:avLst/>
          </a:prstGeom>
          <a:noFill/>
          <a:ln/>
        </p:spPr>
        <p:txBody>
          <a:bodyPr wrap="square" lIns="0" tIns="0" rIns="0" bIns="0" rtlCol="0" anchor="ctr"/>
          <a:lstStyle/>
          <a:p>
            <a:pPr marL="0" indent="0" algn="r">
              <a:buNone/>
            </a:pPr>
            <a:r>
              <a:rPr lang="en-US" sz="1300" b="1" dirty="0">
                <a:solidFill>
                  <a:srgbClr val="272334"/>
                </a:solidFill>
                <a:latin typeface="Segoe UI" pitchFamily="34" charset="0"/>
                <a:ea typeface="Segoe UI" pitchFamily="34" charset="-122"/>
                <a:cs typeface="Segoe UI" pitchFamily="34" charset="-120"/>
              </a:rPr>
              <a:t>-$25K</a:t>
            </a:r>
            <a:endParaRPr lang="en-US" sz="1300" dirty="0"/>
          </a:p>
        </p:txBody>
      </p:sp>
      <p:sp>
        <p:nvSpPr>
          <p:cNvPr id="34" name="Text 32"/>
          <p:cNvSpPr/>
          <p:nvPr/>
        </p:nvSpPr>
        <p:spPr>
          <a:xfrm>
            <a:off x="6446520" y="4105656"/>
            <a:ext cx="4800600" cy="155448"/>
          </a:xfrm>
          <a:prstGeom prst="rect">
            <a:avLst/>
          </a:prstGeom>
          <a:noFill/>
          <a:ln/>
        </p:spPr>
        <p:txBody>
          <a:bodyPr wrap="square" lIns="0" tIns="0" rIns="0" bIns="0" rtlCol="0" anchor="ctr"/>
          <a:lstStyle/>
          <a:p>
            <a:pPr marL="0" indent="0">
              <a:buNone/>
            </a:pPr>
            <a:r>
              <a:rPr lang="en-US" sz="840" dirty="0">
                <a:solidFill>
                  <a:srgbClr val="625D6E"/>
                </a:solidFill>
                <a:latin typeface="Segoe UI" pitchFamily="34" charset="0"/>
                <a:ea typeface="Segoe UI" pitchFamily="34" charset="-122"/>
                <a:cs typeface="Segoe UI" pitchFamily="34" charset="-120"/>
              </a:rPr>
              <a:t>50,000 attempts x $0.50</a:t>
            </a:r>
            <a:endParaRPr lang="en-US" sz="840" dirty="0"/>
          </a:p>
        </p:txBody>
      </p:sp>
      <p:sp>
        <p:nvSpPr>
          <p:cNvPr id="35" name="Text 33"/>
          <p:cNvSpPr/>
          <p:nvPr/>
        </p:nvSpPr>
        <p:spPr>
          <a:xfrm>
            <a:off x="6446520" y="4325112"/>
            <a:ext cx="2976372" cy="182880"/>
          </a:xfrm>
          <a:prstGeom prst="rect">
            <a:avLst/>
          </a:prstGeom>
          <a:noFill/>
          <a:ln/>
        </p:spPr>
        <p:txBody>
          <a:bodyPr wrap="square" lIns="0" tIns="0" rIns="0" bIns="0" rtlCol="0" anchor="ctr"/>
          <a:lstStyle/>
          <a:p>
            <a:pPr marL="0" indent="0">
              <a:buNone/>
            </a:pPr>
            <a:r>
              <a:rPr lang="en-US" sz="1000" b="1">
                <a:solidFill>
                  <a:srgbClr val="625D6E"/>
                </a:solidFill>
                <a:latin typeface="Segoe UI" pitchFamily="34" charset="0"/>
                <a:ea typeface="Segoe UI" pitchFamily="34" charset="-122"/>
                <a:cs typeface="Segoe UI" pitchFamily="34" charset="-120"/>
              </a:rPr>
              <a:t>Your solution build</a:t>
            </a:r>
            <a:endParaRPr lang="en-US" sz="1000" dirty="0"/>
          </a:p>
        </p:txBody>
      </p:sp>
      <p:sp>
        <p:nvSpPr>
          <p:cNvPr id="36" name="Text 34"/>
          <p:cNvSpPr/>
          <p:nvPr/>
        </p:nvSpPr>
        <p:spPr>
          <a:xfrm>
            <a:off x="9422892" y="4311396"/>
            <a:ext cx="1824228" cy="210312"/>
          </a:xfrm>
          <a:prstGeom prst="rect">
            <a:avLst/>
          </a:prstGeom>
          <a:noFill/>
          <a:ln/>
        </p:spPr>
        <p:txBody>
          <a:bodyPr wrap="square" lIns="0" tIns="0" rIns="0" bIns="0" rtlCol="0" anchor="ctr"/>
          <a:lstStyle/>
          <a:p>
            <a:pPr marL="0" indent="0" algn="r">
              <a:buNone/>
            </a:pPr>
            <a:r>
              <a:rPr lang="en-US" sz="1300" b="1" dirty="0">
                <a:solidFill>
                  <a:srgbClr val="272334"/>
                </a:solidFill>
                <a:latin typeface="Segoe UI" pitchFamily="34" charset="0"/>
                <a:ea typeface="Segoe UI" pitchFamily="34" charset="-122"/>
                <a:cs typeface="Segoe UI" pitchFamily="34" charset="-120"/>
              </a:rPr>
              <a:t>-$90K</a:t>
            </a:r>
            <a:endParaRPr lang="en-US" sz="1300" dirty="0"/>
          </a:p>
        </p:txBody>
      </p:sp>
      <p:sp>
        <p:nvSpPr>
          <p:cNvPr id="37" name="Text 35"/>
          <p:cNvSpPr/>
          <p:nvPr/>
        </p:nvSpPr>
        <p:spPr>
          <a:xfrm>
            <a:off x="6446520" y="4517136"/>
            <a:ext cx="4800600" cy="155448"/>
          </a:xfrm>
          <a:prstGeom prst="rect">
            <a:avLst/>
          </a:prstGeom>
          <a:noFill/>
          <a:ln/>
        </p:spPr>
        <p:txBody>
          <a:bodyPr wrap="square" lIns="0" tIns="0" rIns="0" bIns="0" rtlCol="0" anchor="ctr"/>
          <a:lstStyle/>
          <a:p>
            <a:pPr marL="0" indent="0">
              <a:buNone/>
            </a:pPr>
            <a:r>
              <a:rPr lang="en-US" sz="840" dirty="0">
                <a:solidFill>
                  <a:srgbClr val="625D6E"/>
                </a:solidFill>
                <a:latin typeface="Segoe UI" pitchFamily="34" charset="0"/>
                <a:ea typeface="Segoe UI" pitchFamily="34" charset="-122"/>
                <a:cs typeface="Segoe UI" pitchFamily="34" charset="-120"/>
              </a:rPr>
              <a:t>One-time cost</a:t>
            </a:r>
            <a:endParaRPr lang="en-US" sz="840" dirty="0"/>
          </a:p>
        </p:txBody>
      </p:sp>
      <p:sp>
        <p:nvSpPr>
          <p:cNvPr id="38" name="Shape 36"/>
          <p:cNvSpPr/>
          <p:nvPr/>
        </p:nvSpPr>
        <p:spPr>
          <a:xfrm>
            <a:off x="6446520" y="4754880"/>
            <a:ext cx="4800600" cy="356616"/>
          </a:xfrm>
          <a:prstGeom prst="roundRect">
            <a:avLst>
              <a:gd name="adj" fmla="val 7692"/>
            </a:avLst>
          </a:prstGeom>
          <a:solidFill>
            <a:srgbClr val="E2F2EE"/>
          </a:solidFill>
          <a:ln w="12700">
            <a:solidFill>
              <a:srgbClr val="E2F2EE">
                <a:alpha val="0"/>
              </a:srgbClr>
            </a:solidFill>
            <a:prstDash val="solid"/>
          </a:ln>
        </p:spPr>
        <p:txBody>
          <a:bodyPr/>
          <a:lstStyle/>
          <a:p>
            <a:endParaRPr lang="en-NL"/>
          </a:p>
        </p:txBody>
      </p:sp>
      <p:sp>
        <p:nvSpPr>
          <p:cNvPr id="39" name="Text 37"/>
          <p:cNvSpPr/>
          <p:nvPr/>
        </p:nvSpPr>
        <p:spPr>
          <a:xfrm>
            <a:off x="6565392" y="4791456"/>
            <a:ext cx="4553712" cy="265176"/>
          </a:xfrm>
          <a:prstGeom prst="rect">
            <a:avLst/>
          </a:prstGeom>
          <a:noFill/>
          <a:ln/>
        </p:spPr>
        <p:txBody>
          <a:bodyPr wrap="square" lIns="0" tIns="0" rIns="0" bIns="0" rtlCol="0" anchor="ctr"/>
          <a:lstStyle/>
          <a:p>
            <a:pPr marL="0" indent="0" algn="ctr">
              <a:buNone/>
            </a:pPr>
            <a:r>
              <a:rPr lang="en-US" sz="1250" b="1" dirty="0">
                <a:solidFill>
                  <a:srgbClr val="2B796D"/>
                </a:solidFill>
                <a:latin typeface="Segoe UI" pitchFamily="34" charset="0"/>
                <a:ea typeface="Segoe UI" pitchFamily="34" charset="-122"/>
                <a:cs typeface="Segoe UI" pitchFamily="34" charset="-120"/>
              </a:rPr>
              <a:t>YOUR YEAR-1 CONTRIBUTION  +$65K</a:t>
            </a:r>
            <a:endParaRPr lang="en-US" sz="1250" dirty="0"/>
          </a:p>
        </p:txBody>
      </p:sp>
      <p:sp>
        <p:nvSpPr>
          <p:cNvPr id="40" name="Shape 38"/>
          <p:cNvSpPr/>
          <p:nvPr/>
        </p:nvSpPr>
        <p:spPr>
          <a:xfrm>
            <a:off x="685800" y="5541264"/>
            <a:ext cx="10817352" cy="667512"/>
          </a:xfrm>
          <a:prstGeom prst="roundRect">
            <a:avLst>
              <a:gd name="adj" fmla="val 10959"/>
            </a:avLst>
          </a:prstGeom>
          <a:solidFill>
            <a:srgbClr val="FBF0E4"/>
          </a:solidFill>
          <a:ln w="10160">
            <a:solidFill>
              <a:srgbClr val="EEDCC8"/>
            </a:solidFill>
            <a:prstDash val="solid"/>
          </a:ln>
        </p:spPr>
        <p:txBody>
          <a:bodyPr/>
          <a:lstStyle/>
          <a:p>
            <a:endParaRPr lang="en-NL"/>
          </a:p>
        </p:txBody>
      </p:sp>
      <p:sp>
        <p:nvSpPr>
          <p:cNvPr id="41" name="Text 39"/>
          <p:cNvSpPr/>
          <p:nvPr/>
        </p:nvSpPr>
        <p:spPr>
          <a:xfrm>
            <a:off x="914400" y="5660136"/>
            <a:ext cx="10332720" cy="237744"/>
          </a:xfrm>
          <a:prstGeom prst="rect">
            <a:avLst/>
          </a:prstGeom>
          <a:noFill/>
          <a:ln/>
        </p:spPr>
        <p:txBody>
          <a:bodyPr wrap="square" lIns="0" tIns="0" rIns="0" bIns="0" rtlCol="0" anchor="ctr"/>
          <a:lstStyle/>
          <a:p>
            <a:pPr marL="0" indent="0">
              <a:buNone/>
            </a:pPr>
            <a:r>
              <a:rPr lang="en-US" sz="1060" b="1">
                <a:solidFill>
                  <a:srgbClr val="A65D16"/>
                </a:solidFill>
                <a:latin typeface="Segoe UI" pitchFamily="34" charset="0"/>
                <a:ea typeface="Segoe UI" pitchFamily="34" charset="-122"/>
                <a:cs typeface="Segoe UI" pitchFamily="34" charset="-120"/>
              </a:rPr>
              <a:t>RISK: PARTNER | Miss the 90% target and you earn $0 while carrying $90K build + $25K run costs: -$115K.</a:t>
            </a:r>
            <a:endParaRPr lang="en-US" sz="1060" dirty="0"/>
          </a:p>
        </p:txBody>
      </p:sp>
      <p:sp>
        <p:nvSpPr>
          <p:cNvPr id="42" name="Text 40"/>
          <p:cNvSpPr/>
          <p:nvPr/>
        </p:nvSpPr>
        <p:spPr>
          <a:xfrm>
            <a:off x="713232" y="6400800"/>
            <a:ext cx="10789920" cy="182880"/>
          </a:xfrm>
          <a:prstGeom prst="rect">
            <a:avLst/>
          </a:prstGeom>
          <a:noFill/>
          <a:ln/>
        </p:spPr>
        <p:txBody>
          <a:bodyPr wrap="square" lIns="0" tIns="0" rIns="0" bIns="0" rtlCol="0" anchor="ctr"/>
          <a:lstStyle/>
          <a:p>
            <a:pPr marL="0" indent="0">
              <a:buNone/>
            </a:pPr>
            <a:r>
              <a:rPr lang="en-US" sz="820">
                <a:solidFill>
                  <a:srgbClr val="625D6E"/>
                </a:solidFill>
                <a:latin typeface="Segoe UI" pitchFamily="34" charset="0"/>
                <a:ea typeface="Segoe UI" pitchFamily="34" charset="-122"/>
                <a:cs typeface="Segoe UI" pitchFamily="34" charset="-120"/>
              </a:rPr>
              <a:t>Assumes 50K attempts, a 90% target, $4 per match, $0.50 run cost per attempt, and $90K build. Your contribution excludes other costs.</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7512" y="356616"/>
            <a:ext cx="64008" cy="283464"/>
          </a:xfrm>
          <a:prstGeom prst="roundRect">
            <a:avLst>
              <a:gd name="adj" fmla="val 42857"/>
            </a:avLst>
          </a:prstGeom>
          <a:solidFill>
            <a:srgbClr val="703DB2"/>
          </a:solidFill>
          <a:ln w="12700">
            <a:solidFill>
              <a:srgbClr val="703DB2">
                <a:alpha val="0"/>
              </a:srgbClr>
            </a:solidFill>
            <a:prstDash val="solid"/>
          </a:ln>
        </p:spPr>
        <p:txBody>
          <a:bodyPr/>
          <a:lstStyle/>
          <a:p>
            <a:endParaRPr lang="en-NL"/>
          </a:p>
        </p:txBody>
      </p:sp>
      <p:sp>
        <p:nvSpPr>
          <p:cNvPr id="3" name="Text 1"/>
          <p:cNvSpPr/>
          <p:nvPr/>
        </p:nvSpPr>
        <p:spPr>
          <a:xfrm>
            <a:off x="841248" y="356616"/>
            <a:ext cx="9144000" cy="201168"/>
          </a:xfrm>
          <a:prstGeom prst="rect">
            <a:avLst/>
          </a:prstGeom>
          <a:noFill/>
          <a:ln/>
        </p:spPr>
        <p:txBody>
          <a:bodyPr wrap="square" lIns="0" tIns="0" rIns="0" bIns="0" rtlCol="0" anchor="ctr"/>
          <a:lstStyle/>
          <a:p>
            <a:pPr marL="0" indent="0">
              <a:buNone/>
            </a:pPr>
            <a:r>
              <a:rPr lang="en-US" sz="900" b="1" kern="0" spc="160" dirty="0">
                <a:solidFill>
                  <a:srgbClr val="703DB2"/>
                </a:solidFill>
                <a:latin typeface="Segoe UI" pitchFamily="34" charset="0"/>
                <a:ea typeface="Segoe UI" pitchFamily="34" charset="-122"/>
                <a:cs typeface="Segoe UI" pitchFamily="34" charset="-120"/>
              </a:rPr>
              <a:t>PRICING MODEL 03  |  HYBRID</a:t>
            </a:r>
            <a:endParaRPr lang="en-US" sz="900" dirty="0"/>
          </a:p>
        </p:txBody>
      </p:sp>
      <p:sp>
        <p:nvSpPr>
          <p:cNvPr id="4" name="Text 2"/>
          <p:cNvSpPr/>
          <p:nvPr/>
        </p:nvSpPr>
        <p:spPr>
          <a:xfrm>
            <a:off x="667512" y="722376"/>
            <a:ext cx="10881360" cy="484632"/>
          </a:xfrm>
          <a:prstGeom prst="rect">
            <a:avLst/>
          </a:prstGeom>
          <a:noFill/>
          <a:ln/>
        </p:spPr>
        <p:txBody>
          <a:bodyPr wrap="square" lIns="0" tIns="0" rIns="0" bIns="0" rtlCol="0" anchor="ctr"/>
          <a:lstStyle/>
          <a:p>
            <a:pPr marL="0" indent="0">
              <a:buNone/>
            </a:pPr>
            <a:r>
              <a:rPr lang="en-US" sz="2600" b="1" dirty="0">
                <a:solidFill>
                  <a:srgbClr val="272334"/>
                </a:solidFill>
                <a:latin typeface="Segoe UI" pitchFamily="34" charset="0"/>
                <a:ea typeface="Segoe UI" pitchFamily="34" charset="-122"/>
                <a:cs typeface="Segoe UI" pitchFamily="34" charset="-120"/>
              </a:rPr>
              <a:t>Fix the build. Put operations on outcomes.</a:t>
            </a:r>
            <a:endParaRPr lang="en-US" sz="2600" dirty="0"/>
          </a:p>
        </p:txBody>
      </p:sp>
      <p:sp>
        <p:nvSpPr>
          <p:cNvPr id="5" name="Text 3"/>
          <p:cNvSpPr/>
          <p:nvPr/>
        </p:nvSpPr>
        <p:spPr>
          <a:xfrm>
            <a:off x="685800" y="1298448"/>
            <a:ext cx="10789920" cy="274320"/>
          </a:xfrm>
          <a:prstGeom prst="rect">
            <a:avLst/>
          </a:prstGeom>
          <a:noFill/>
          <a:ln/>
        </p:spPr>
        <p:txBody>
          <a:bodyPr wrap="square" lIns="0" tIns="0" rIns="0" bIns="0" rtlCol="0" anchor="ctr"/>
          <a:lstStyle/>
          <a:p>
            <a:pPr marL="0" indent="0">
              <a:buNone/>
            </a:pPr>
            <a:r>
              <a:rPr lang="en-US" sz="1200">
                <a:solidFill>
                  <a:srgbClr val="625D6E"/>
                </a:solidFill>
                <a:latin typeface="Segoe UI" pitchFamily="34" charset="0"/>
                <a:ea typeface="Segoe UI" pitchFamily="34" charset="-122"/>
                <a:cs typeface="Segoe UI" pitchFamily="34" charset="-120"/>
              </a:rPr>
              <a:t>RISK: SHARED | Customer pays the fixed build; you carry operating outcome risk if the 90% gate is missed.</a:t>
            </a:r>
            <a:endParaRPr lang="en-US" sz="1200" dirty="0"/>
          </a:p>
        </p:txBody>
      </p:sp>
      <p:sp>
        <p:nvSpPr>
          <p:cNvPr id="6" name="Shape 4"/>
          <p:cNvSpPr/>
          <p:nvPr/>
        </p:nvSpPr>
        <p:spPr>
          <a:xfrm>
            <a:off x="685800" y="1865376"/>
            <a:ext cx="5285232" cy="850392"/>
          </a:xfrm>
          <a:prstGeom prst="roundRect">
            <a:avLst>
              <a:gd name="adj" fmla="val 8602"/>
            </a:avLst>
          </a:prstGeom>
          <a:solidFill>
            <a:srgbClr val="F0EAF7"/>
          </a:solidFill>
          <a:ln w="10160">
            <a:solidFill>
              <a:srgbClr val="DDD3EA"/>
            </a:solidFill>
            <a:prstDash val="solid"/>
          </a:ln>
        </p:spPr>
        <p:txBody>
          <a:bodyPr/>
          <a:lstStyle/>
          <a:p>
            <a:endParaRPr lang="en-NL"/>
          </a:p>
        </p:txBody>
      </p:sp>
      <p:sp>
        <p:nvSpPr>
          <p:cNvPr id="7" name="Shape 5"/>
          <p:cNvSpPr/>
          <p:nvPr/>
        </p:nvSpPr>
        <p:spPr>
          <a:xfrm>
            <a:off x="685800" y="1865376"/>
            <a:ext cx="5285232" cy="45720"/>
          </a:xfrm>
          <a:prstGeom prst="roundRect">
            <a:avLst>
              <a:gd name="adj" fmla="val 60000"/>
            </a:avLst>
          </a:prstGeom>
          <a:solidFill>
            <a:srgbClr val="703DB2"/>
          </a:solidFill>
          <a:ln w="12700">
            <a:solidFill>
              <a:srgbClr val="703DB2">
                <a:alpha val="0"/>
              </a:srgbClr>
            </a:solidFill>
            <a:prstDash val="solid"/>
          </a:ln>
        </p:spPr>
        <p:txBody>
          <a:bodyPr/>
          <a:lstStyle/>
          <a:p>
            <a:endParaRPr lang="en-NL"/>
          </a:p>
        </p:txBody>
      </p:sp>
      <p:sp>
        <p:nvSpPr>
          <p:cNvPr id="8" name="Text 6"/>
          <p:cNvSpPr/>
          <p:nvPr/>
        </p:nvSpPr>
        <p:spPr>
          <a:xfrm>
            <a:off x="932688" y="2029968"/>
            <a:ext cx="2926080" cy="164592"/>
          </a:xfrm>
          <a:prstGeom prst="rect">
            <a:avLst/>
          </a:prstGeom>
          <a:noFill/>
          <a:ln/>
        </p:spPr>
        <p:txBody>
          <a:bodyPr wrap="square" lIns="0" tIns="0" rIns="0" bIns="0" rtlCol="0" anchor="ctr"/>
          <a:lstStyle/>
          <a:p>
            <a:pPr marL="0" indent="0">
              <a:buNone/>
            </a:pPr>
            <a:r>
              <a:rPr lang="en-US" sz="900" b="1" dirty="0">
                <a:solidFill>
                  <a:srgbClr val="703DB2"/>
                </a:solidFill>
                <a:latin typeface="Segoe UI" pitchFamily="34" charset="0"/>
                <a:ea typeface="Segoe UI" pitchFamily="34" charset="-122"/>
                <a:cs typeface="Segoe UI" pitchFamily="34" charset="-120"/>
              </a:rPr>
              <a:t>FIXED-PRICE SOLUTION BUILD</a:t>
            </a:r>
            <a:endParaRPr lang="en-US" sz="900" dirty="0"/>
          </a:p>
        </p:txBody>
      </p:sp>
      <p:sp>
        <p:nvSpPr>
          <p:cNvPr id="9" name="Text 7"/>
          <p:cNvSpPr/>
          <p:nvPr/>
        </p:nvSpPr>
        <p:spPr>
          <a:xfrm>
            <a:off x="932688" y="2267712"/>
            <a:ext cx="1325880" cy="310896"/>
          </a:xfrm>
          <a:prstGeom prst="rect">
            <a:avLst/>
          </a:prstGeom>
          <a:noFill/>
          <a:ln/>
        </p:spPr>
        <p:txBody>
          <a:bodyPr wrap="square" lIns="0" tIns="0" rIns="0" bIns="0" rtlCol="0" anchor="ctr"/>
          <a:lstStyle/>
          <a:p>
            <a:pPr marL="0" indent="0">
              <a:buNone/>
            </a:pPr>
            <a:r>
              <a:rPr lang="en-US" sz="2200" b="1" dirty="0">
                <a:solidFill>
                  <a:srgbClr val="703DB2"/>
                </a:solidFill>
                <a:latin typeface="Segoe UI" pitchFamily="34" charset="0"/>
                <a:ea typeface="Segoe UI" pitchFamily="34" charset="-122"/>
                <a:cs typeface="Segoe UI" pitchFamily="34" charset="-120"/>
              </a:rPr>
              <a:t>$90K</a:t>
            </a:r>
            <a:endParaRPr lang="en-US" sz="2200" dirty="0"/>
          </a:p>
        </p:txBody>
      </p:sp>
      <p:sp>
        <p:nvSpPr>
          <p:cNvPr id="10" name="Text 8"/>
          <p:cNvSpPr/>
          <p:nvPr/>
        </p:nvSpPr>
        <p:spPr>
          <a:xfrm>
            <a:off x="2340864" y="2267712"/>
            <a:ext cx="3337560" cy="274320"/>
          </a:xfrm>
          <a:prstGeom prst="rect">
            <a:avLst/>
          </a:prstGeom>
          <a:noFill/>
          <a:ln/>
        </p:spPr>
        <p:txBody>
          <a:bodyPr wrap="square" lIns="0" tIns="0" rIns="0" bIns="0" rtlCol="0" anchor="ctr"/>
          <a:lstStyle/>
          <a:p>
            <a:pPr marL="0" indent="0" algn="r">
              <a:buNone/>
            </a:pPr>
            <a:r>
              <a:rPr lang="en-US" sz="920">
                <a:solidFill>
                  <a:srgbClr val="625D6E"/>
                </a:solidFill>
                <a:latin typeface="Segoe UI" pitchFamily="34" charset="0"/>
                <a:ea typeface="Segoe UI" pitchFamily="34" charset="-122"/>
                <a:cs typeface="Segoe UI" pitchFamily="34" charset="-120"/>
              </a:rPr>
              <a:t>You earn the fixed build fee on delivery, independent of the match result.</a:t>
            </a:r>
            <a:endParaRPr lang="en-US" sz="920" dirty="0"/>
          </a:p>
        </p:txBody>
      </p:sp>
      <p:sp>
        <p:nvSpPr>
          <p:cNvPr id="11" name="Shape 9"/>
          <p:cNvSpPr/>
          <p:nvPr/>
        </p:nvSpPr>
        <p:spPr>
          <a:xfrm>
            <a:off x="6199632" y="1865376"/>
            <a:ext cx="5303520" cy="850392"/>
          </a:xfrm>
          <a:prstGeom prst="roundRect">
            <a:avLst>
              <a:gd name="adj" fmla="val 8602"/>
            </a:avLst>
          </a:prstGeom>
          <a:solidFill>
            <a:srgbClr val="E2F2EE"/>
          </a:solidFill>
          <a:ln w="10160">
            <a:solidFill>
              <a:srgbClr val="D5EAE4"/>
            </a:solidFill>
            <a:prstDash val="solid"/>
          </a:ln>
        </p:spPr>
        <p:txBody>
          <a:bodyPr/>
          <a:lstStyle/>
          <a:p>
            <a:endParaRPr lang="en-NL"/>
          </a:p>
        </p:txBody>
      </p:sp>
      <p:sp>
        <p:nvSpPr>
          <p:cNvPr id="12" name="Shape 10"/>
          <p:cNvSpPr/>
          <p:nvPr/>
        </p:nvSpPr>
        <p:spPr>
          <a:xfrm>
            <a:off x="6199632" y="1865376"/>
            <a:ext cx="5303520" cy="45720"/>
          </a:xfrm>
          <a:prstGeom prst="roundRect">
            <a:avLst>
              <a:gd name="adj" fmla="val 60000"/>
            </a:avLst>
          </a:prstGeom>
          <a:solidFill>
            <a:srgbClr val="2B796D"/>
          </a:solidFill>
          <a:ln w="12700">
            <a:solidFill>
              <a:srgbClr val="2B796D">
                <a:alpha val="0"/>
              </a:srgbClr>
            </a:solidFill>
            <a:prstDash val="solid"/>
          </a:ln>
        </p:spPr>
        <p:txBody>
          <a:bodyPr/>
          <a:lstStyle/>
          <a:p>
            <a:endParaRPr lang="en-NL"/>
          </a:p>
        </p:txBody>
      </p:sp>
      <p:sp>
        <p:nvSpPr>
          <p:cNvPr id="13" name="Text 11"/>
          <p:cNvSpPr/>
          <p:nvPr/>
        </p:nvSpPr>
        <p:spPr>
          <a:xfrm>
            <a:off x="6446520" y="2029968"/>
            <a:ext cx="2971800" cy="164592"/>
          </a:xfrm>
          <a:prstGeom prst="rect">
            <a:avLst/>
          </a:prstGeom>
          <a:noFill/>
          <a:ln/>
        </p:spPr>
        <p:txBody>
          <a:bodyPr wrap="square" lIns="0" tIns="0" rIns="0" bIns="0" rtlCol="0" anchor="ctr"/>
          <a:lstStyle/>
          <a:p>
            <a:pPr marL="0" indent="0">
              <a:buNone/>
            </a:pPr>
            <a:r>
              <a:rPr lang="en-US" sz="900" b="1" dirty="0">
                <a:solidFill>
                  <a:srgbClr val="2B796D"/>
                </a:solidFill>
                <a:latin typeface="Segoe UI" pitchFamily="34" charset="0"/>
                <a:ea typeface="Segoe UI" pitchFamily="34" charset="-122"/>
                <a:cs typeface="Segoe UI" pitchFamily="34" charset="-120"/>
              </a:rPr>
              <a:t>OUTCOME-BASED OPERATION</a:t>
            </a:r>
            <a:endParaRPr lang="en-US" sz="900" dirty="0"/>
          </a:p>
        </p:txBody>
      </p:sp>
      <p:sp>
        <p:nvSpPr>
          <p:cNvPr id="14" name="Text 12"/>
          <p:cNvSpPr/>
          <p:nvPr/>
        </p:nvSpPr>
        <p:spPr>
          <a:xfrm>
            <a:off x="6446520" y="2267712"/>
            <a:ext cx="2377440" cy="292608"/>
          </a:xfrm>
          <a:prstGeom prst="rect">
            <a:avLst/>
          </a:prstGeom>
          <a:noFill/>
          <a:ln/>
        </p:spPr>
        <p:txBody>
          <a:bodyPr wrap="square" lIns="0" tIns="0" rIns="0" bIns="0" rtlCol="0" anchor="ctr"/>
          <a:lstStyle/>
          <a:p>
            <a:pPr marL="0" indent="0">
              <a:buNone/>
            </a:pPr>
            <a:r>
              <a:rPr lang="en-US" sz="1800" b="1">
                <a:solidFill>
                  <a:srgbClr val="2B796D"/>
                </a:solidFill>
                <a:latin typeface="Segoe UI" pitchFamily="34" charset="0"/>
                <a:ea typeface="Segoe UI" pitchFamily="34" charset="-122"/>
                <a:cs typeface="Segoe UI" pitchFamily="34" charset="-120"/>
              </a:rPr>
              <a:t>&gt;= 90% </a:t>
            </a:r>
            <a:r>
              <a:rPr lang="en-US" sz="1800" b="1" dirty="0">
                <a:solidFill>
                  <a:srgbClr val="2B796D"/>
                </a:solidFill>
                <a:latin typeface="Segoe UI" pitchFamily="34" charset="0"/>
                <a:ea typeface="Segoe UI" pitchFamily="34" charset="-122"/>
                <a:cs typeface="Segoe UI" pitchFamily="34" charset="-120"/>
              </a:rPr>
              <a:t>target</a:t>
            </a:r>
            <a:endParaRPr lang="en-US" sz="1800" dirty="0"/>
          </a:p>
        </p:txBody>
      </p:sp>
      <p:sp>
        <p:nvSpPr>
          <p:cNvPr id="15" name="Text 13"/>
          <p:cNvSpPr/>
          <p:nvPr/>
        </p:nvSpPr>
        <p:spPr>
          <a:xfrm>
            <a:off x="8869680" y="2286000"/>
            <a:ext cx="2331720" cy="246888"/>
          </a:xfrm>
          <a:prstGeom prst="rect">
            <a:avLst/>
          </a:prstGeom>
          <a:noFill/>
          <a:ln/>
        </p:spPr>
        <p:txBody>
          <a:bodyPr wrap="square" lIns="0" tIns="0" rIns="0" bIns="0" rtlCol="0" anchor="ctr"/>
          <a:lstStyle/>
          <a:p>
            <a:pPr marL="0" indent="0" algn="r">
              <a:buNone/>
            </a:pPr>
            <a:r>
              <a:rPr lang="en-US" sz="920" b="1">
                <a:solidFill>
                  <a:srgbClr val="625D6E"/>
                </a:solidFill>
                <a:latin typeface="Segoe UI" pitchFamily="34" charset="0"/>
                <a:ea typeface="Segoe UI" pitchFamily="34" charset="-122"/>
                <a:cs typeface="Segoe UI" pitchFamily="34" charset="-120"/>
              </a:rPr>
              <a:t>Hit: you earn $180K  |  Miss: you earn $0</a:t>
            </a:r>
            <a:endParaRPr lang="en-US" sz="920" dirty="0"/>
          </a:p>
        </p:txBody>
      </p:sp>
      <p:sp>
        <p:nvSpPr>
          <p:cNvPr id="16" name="Text 14"/>
          <p:cNvSpPr/>
          <p:nvPr/>
        </p:nvSpPr>
        <p:spPr>
          <a:xfrm>
            <a:off x="685800" y="3017520"/>
            <a:ext cx="5303520" cy="201168"/>
          </a:xfrm>
          <a:prstGeom prst="rect">
            <a:avLst/>
          </a:prstGeom>
          <a:noFill/>
          <a:ln/>
        </p:spPr>
        <p:txBody>
          <a:bodyPr wrap="square" lIns="0" tIns="0" rIns="0" bIns="0" rtlCol="0" anchor="ctr"/>
          <a:lstStyle/>
          <a:p>
            <a:pPr marL="0" indent="0">
              <a:buNone/>
            </a:pPr>
            <a:r>
              <a:rPr lang="en-US" sz="900" b="1" kern="0" spc="110" dirty="0">
                <a:solidFill>
                  <a:srgbClr val="703DB2"/>
                </a:solidFill>
                <a:latin typeface="Segoe UI" pitchFamily="34" charset="0"/>
                <a:ea typeface="Segoe UI" pitchFamily="34" charset="-122"/>
                <a:cs typeface="Segoe UI" pitchFamily="34" charset="-120"/>
              </a:rPr>
              <a:t>TARGET HIT  </a:t>
            </a:r>
            <a:r>
              <a:rPr lang="en-US" sz="900" b="1" kern="0" spc="110">
                <a:solidFill>
                  <a:srgbClr val="703DB2"/>
                </a:solidFill>
                <a:latin typeface="Segoe UI" pitchFamily="34" charset="0"/>
                <a:ea typeface="Segoe UI" pitchFamily="34" charset="-122"/>
                <a:cs typeface="Segoe UI" pitchFamily="34" charset="-120"/>
              </a:rPr>
              <a:t>|  90% </a:t>
            </a:r>
            <a:r>
              <a:rPr lang="en-US" sz="900" b="1" kern="0" spc="110" dirty="0">
                <a:solidFill>
                  <a:srgbClr val="703DB2"/>
                </a:solidFill>
                <a:latin typeface="Segoe UI" pitchFamily="34" charset="0"/>
                <a:ea typeface="Segoe UI" pitchFamily="34" charset="-122"/>
                <a:cs typeface="Segoe UI" pitchFamily="34" charset="-120"/>
              </a:rPr>
              <a:t>MATCH RATE</a:t>
            </a:r>
            <a:endParaRPr lang="en-US" sz="900" dirty="0"/>
          </a:p>
        </p:txBody>
      </p:sp>
      <p:sp>
        <p:nvSpPr>
          <p:cNvPr id="17" name="Text 15"/>
          <p:cNvSpPr/>
          <p:nvPr/>
        </p:nvSpPr>
        <p:spPr>
          <a:xfrm>
            <a:off x="6199632" y="3017520"/>
            <a:ext cx="5303520" cy="201168"/>
          </a:xfrm>
          <a:prstGeom prst="rect">
            <a:avLst/>
          </a:prstGeom>
          <a:noFill/>
          <a:ln/>
        </p:spPr>
        <p:txBody>
          <a:bodyPr wrap="square" lIns="0" tIns="0" rIns="0" bIns="0" rtlCol="0" anchor="ctr"/>
          <a:lstStyle/>
          <a:p>
            <a:pPr marL="0" indent="0">
              <a:buNone/>
            </a:pPr>
            <a:r>
              <a:rPr lang="en-US" sz="900" b="1" kern="0" spc="110" dirty="0">
                <a:solidFill>
                  <a:srgbClr val="703DB2"/>
                </a:solidFill>
                <a:latin typeface="Segoe UI" pitchFamily="34" charset="0"/>
                <a:ea typeface="Segoe UI" pitchFamily="34" charset="-122"/>
                <a:cs typeface="Segoe UI" pitchFamily="34" charset="-120"/>
              </a:rPr>
              <a:t>TARGET MISSED  |  </a:t>
            </a:r>
            <a:r>
              <a:rPr lang="en-US" sz="900" b="1" kern="0" spc="110">
                <a:solidFill>
                  <a:srgbClr val="703DB2"/>
                </a:solidFill>
                <a:latin typeface="Segoe UI" pitchFamily="34" charset="0"/>
                <a:ea typeface="Segoe UI" pitchFamily="34" charset="-122"/>
                <a:cs typeface="Segoe UI" pitchFamily="34" charset="-120"/>
              </a:rPr>
              <a:t>BELOW 90%</a:t>
            </a:r>
            <a:endParaRPr lang="en-US" sz="900" dirty="0"/>
          </a:p>
        </p:txBody>
      </p:sp>
      <p:sp>
        <p:nvSpPr>
          <p:cNvPr id="18" name="Shape 16"/>
          <p:cNvSpPr/>
          <p:nvPr/>
        </p:nvSpPr>
        <p:spPr>
          <a:xfrm>
            <a:off x="685800" y="3319272"/>
            <a:ext cx="5285232" cy="1947672"/>
          </a:xfrm>
          <a:prstGeom prst="roundRect">
            <a:avLst>
              <a:gd name="adj" fmla="val 3756"/>
            </a:avLst>
          </a:prstGeom>
          <a:solidFill>
            <a:srgbClr val="FFFFFF"/>
          </a:solidFill>
          <a:ln w="10160">
            <a:solidFill>
              <a:srgbClr val="E0DCE8"/>
            </a:solidFill>
            <a:prstDash val="solid"/>
          </a:ln>
        </p:spPr>
        <p:txBody>
          <a:bodyPr/>
          <a:lstStyle/>
          <a:p>
            <a:endParaRPr lang="en-NL"/>
          </a:p>
        </p:txBody>
      </p:sp>
      <p:sp>
        <p:nvSpPr>
          <p:cNvPr id="19" name="Shape 17"/>
          <p:cNvSpPr/>
          <p:nvPr/>
        </p:nvSpPr>
        <p:spPr>
          <a:xfrm>
            <a:off x="6199632" y="3319272"/>
            <a:ext cx="5303520" cy="1947672"/>
          </a:xfrm>
          <a:prstGeom prst="roundRect">
            <a:avLst>
              <a:gd name="adj" fmla="val 3756"/>
            </a:avLst>
          </a:prstGeom>
          <a:solidFill>
            <a:srgbClr val="FFFFFF"/>
          </a:solidFill>
          <a:ln w="10160">
            <a:solidFill>
              <a:srgbClr val="E0DCE8"/>
            </a:solidFill>
            <a:prstDash val="solid"/>
          </a:ln>
        </p:spPr>
        <p:txBody>
          <a:bodyPr/>
          <a:lstStyle/>
          <a:p>
            <a:endParaRPr lang="en-NL"/>
          </a:p>
        </p:txBody>
      </p:sp>
      <p:sp>
        <p:nvSpPr>
          <p:cNvPr id="20" name="Text 18"/>
          <p:cNvSpPr/>
          <p:nvPr/>
        </p:nvSpPr>
        <p:spPr>
          <a:xfrm>
            <a:off x="932688" y="3529584"/>
            <a:ext cx="1828800" cy="164592"/>
          </a:xfrm>
          <a:prstGeom prst="rect">
            <a:avLst/>
          </a:prstGeom>
          <a:noFill/>
          <a:ln/>
        </p:spPr>
        <p:txBody>
          <a:bodyPr wrap="square" lIns="0" tIns="0" rIns="0" bIns="0" rtlCol="0" anchor="ctr"/>
          <a:lstStyle/>
          <a:p>
            <a:pPr marL="0" indent="0">
              <a:buNone/>
            </a:pPr>
            <a:r>
              <a:rPr lang="en-US" sz="900" b="1" dirty="0">
                <a:solidFill>
                  <a:srgbClr val="625D6E"/>
                </a:solidFill>
                <a:latin typeface="Segoe UI" pitchFamily="34" charset="0"/>
                <a:ea typeface="Segoe UI" pitchFamily="34" charset="-122"/>
                <a:cs typeface="Segoe UI" pitchFamily="34" charset="-120"/>
              </a:rPr>
              <a:t>CUSTOMER</a:t>
            </a:r>
            <a:endParaRPr lang="en-US" sz="900" dirty="0"/>
          </a:p>
        </p:txBody>
      </p:sp>
      <p:sp>
        <p:nvSpPr>
          <p:cNvPr id="21" name="Text 19"/>
          <p:cNvSpPr/>
          <p:nvPr/>
        </p:nvSpPr>
        <p:spPr>
          <a:xfrm>
            <a:off x="932688" y="3803904"/>
            <a:ext cx="4754880" cy="246888"/>
          </a:xfrm>
          <a:prstGeom prst="rect">
            <a:avLst/>
          </a:prstGeom>
          <a:noFill/>
          <a:ln/>
        </p:spPr>
        <p:txBody>
          <a:bodyPr wrap="square" lIns="0" tIns="0" rIns="0" bIns="0" rtlCol="0" anchor="ctr"/>
          <a:lstStyle/>
          <a:p>
            <a:pPr marL="0" indent="0">
              <a:buNone/>
            </a:pPr>
            <a:r>
              <a:rPr lang="en-US" sz="1000">
                <a:solidFill>
                  <a:srgbClr val="272334"/>
                </a:solidFill>
                <a:latin typeface="Segoe UI" pitchFamily="34" charset="0"/>
                <a:ea typeface="Segoe UI" pitchFamily="34" charset="-122"/>
                <a:cs typeface="Segoe UI" pitchFamily="34" charset="-120"/>
              </a:rPr>
              <a:t>$427.5K savings - $90K build - $180K fee</a:t>
            </a:r>
            <a:endParaRPr lang="en-US" sz="1000" dirty="0"/>
          </a:p>
        </p:txBody>
      </p:sp>
      <p:sp>
        <p:nvSpPr>
          <p:cNvPr id="22" name="Shape 20"/>
          <p:cNvSpPr/>
          <p:nvPr/>
        </p:nvSpPr>
        <p:spPr>
          <a:xfrm>
            <a:off x="932688" y="4343400"/>
            <a:ext cx="4791456" cy="429768"/>
          </a:xfrm>
          <a:prstGeom prst="roundRect">
            <a:avLst>
              <a:gd name="adj" fmla="val 6383"/>
            </a:avLst>
          </a:prstGeom>
          <a:solidFill>
            <a:srgbClr val="F0EAF7"/>
          </a:solidFill>
          <a:ln w="12700">
            <a:solidFill>
              <a:srgbClr val="F0EAF7">
                <a:alpha val="0"/>
              </a:srgbClr>
            </a:solidFill>
            <a:prstDash val="solid"/>
          </a:ln>
        </p:spPr>
        <p:txBody>
          <a:bodyPr/>
          <a:lstStyle/>
          <a:p>
            <a:endParaRPr lang="en-NL"/>
          </a:p>
        </p:txBody>
      </p:sp>
      <p:sp>
        <p:nvSpPr>
          <p:cNvPr id="23" name="Text 21"/>
          <p:cNvSpPr/>
          <p:nvPr/>
        </p:nvSpPr>
        <p:spPr>
          <a:xfrm>
            <a:off x="1060704" y="4407408"/>
            <a:ext cx="4535424" cy="274320"/>
          </a:xfrm>
          <a:prstGeom prst="rect">
            <a:avLst/>
          </a:prstGeom>
          <a:noFill/>
          <a:ln/>
        </p:spPr>
        <p:txBody>
          <a:bodyPr wrap="square" lIns="0" tIns="0" rIns="0" bIns="0" rtlCol="0" anchor="ctr"/>
          <a:lstStyle/>
          <a:p>
            <a:pPr marL="0" indent="0" algn="ctr">
              <a:buNone/>
            </a:pPr>
            <a:r>
              <a:rPr lang="en-US" sz="1250" b="1" dirty="0">
                <a:solidFill>
                  <a:srgbClr val="703DB2"/>
                </a:solidFill>
                <a:latin typeface="Segoe UI" pitchFamily="34" charset="0"/>
                <a:ea typeface="Segoe UI" pitchFamily="34" charset="-122"/>
                <a:cs typeface="Segoe UI" pitchFamily="34" charset="-120"/>
              </a:rPr>
              <a:t>YEAR-1 VALUE </a:t>
            </a:r>
            <a:r>
              <a:rPr lang="en-US" sz="1250" b="1">
                <a:solidFill>
                  <a:srgbClr val="703DB2"/>
                </a:solidFill>
                <a:latin typeface="Segoe UI" pitchFamily="34" charset="0"/>
                <a:ea typeface="Segoe UI" pitchFamily="34" charset="-122"/>
                <a:cs typeface="Segoe UI" pitchFamily="34" charset="-120"/>
              </a:rPr>
              <a:t>RETAINED  +$157.5K</a:t>
            </a:r>
            <a:endParaRPr lang="en-US" sz="1250" dirty="0"/>
          </a:p>
        </p:txBody>
      </p:sp>
      <p:sp>
        <p:nvSpPr>
          <p:cNvPr id="24" name="Text 22"/>
          <p:cNvSpPr/>
          <p:nvPr/>
        </p:nvSpPr>
        <p:spPr>
          <a:xfrm>
            <a:off x="932688" y="4901184"/>
            <a:ext cx="4773168" cy="164592"/>
          </a:xfrm>
          <a:prstGeom prst="rect">
            <a:avLst/>
          </a:prstGeom>
          <a:noFill/>
          <a:ln/>
        </p:spPr>
        <p:txBody>
          <a:bodyPr wrap="square" lIns="0" tIns="0" rIns="0" bIns="0" rtlCol="0" anchor="ctr"/>
          <a:lstStyle/>
          <a:p>
            <a:pPr marL="0" indent="0">
              <a:buNone/>
            </a:pPr>
            <a:r>
              <a:rPr lang="en-US" sz="850">
                <a:solidFill>
                  <a:srgbClr val="625D6E"/>
                </a:solidFill>
                <a:latin typeface="Segoe UI" pitchFamily="34" charset="0"/>
                <a:ea typeface="Segoe UI" pitchFamily="34" charset="-122"/>
                <a:cs typeface="Segoe UI" pitchFamily="34" charset="-120"/>
              </a:rPr>
              <a:t>YOU  |  $90K build price covers your $90K build cost</a:t>
            </a:r>
            <a:endParaRPr lang="en-US" sz="850" dirty="0"/>
          </a:p>
        </p:txBody>
      </p:sp>
      <p:sp>
        <p:nvSpPr>
          <p:cNvPr id="25" name="Text 23"/>
          <p:cNvSpPr/>
          <p:nvPr/>
        </p:nvSpPr>
        <p:spPr>
          <a:xfrm>
            <a:off x="6446520" y="3529584"/>
            <a:ext cx="1828800" cy="164592"/>
          </a:xfrm>
          <a:prstGeom prst="rect">
            <a:avLst/>
          </a:prstGeom>
          <a:noFill/>
          <a:ln/>
        </p:spPr>
        <p:txBody>
          <a:bodyPr wrap="square" lIns="0" tIns="0" rIns="0" bIns="0" rtlCol="0" anchor="ctr"/>
          <a:lstStyle/>
          <a:p>
            <a:pPr marL="0" indent="0">
              <a:buNone/>
            </a:pPr>
            <a:r>
              <a:rPr lang="en-US" sz="900" b="1" dirty="0">
                <a:solidFill>
                  <a:srgbClr val="625D6E"/>
                </a:solidFill>
                <a:latin typeface="Segoe UI" pitchFamily="34" charset="0"/>
                <a:ea typeface="Segoe UI" pitchFamily="34" charset="-122"/>
                <a:cs typeface="Segoe UI" pitchFamily="34" charset="-120"/>
              </a:rPr>
              <a:t>CUSTOMER</a:t>
            </a:r>
            <a:endParaRPr lang="en-US" sz="900" dirty="0"/>
          </a:p>
        </p:txBody>
      </p:sp>
      <p:sp>
        <p:nvSpPr>
          <p:cNvPr id="26" name="Text 24"/>
          <p:cNvSpPr/>
          <p:nvPr/>
        </p:nvSpPr>
        <p:spPr>
          <a:xfrm>
            <a:off x="6446520" y="3803904"/>
            <a:ext cx="4754880" cy="228600"/>
          </a:xfrm>
          <a:prstGeom prst="rect">
            <a:avLst/>
          </a:prstGeom>
          <a:noFill/>
          <a:ln/>
        </p:spPr>
        <p:txBody>
          <a:bodyPr wrap="square" lIns="0" tIns="0" rIns="0" bIns="0" rtlCol="0" anchor="ctr"/>
          <a:lstStyle/>
          <a:p>
            <a:pPr marL="0" indent="0">
              <a:buNone/>
            </a:pPr>
            <a:r>
              <a:rPr lang="en-US" sz="1000">
                <a:solidFill>
                  <a:srgbClr val="272334"/>
                </a:solidFill>
                <a:latin typeface="Segoe UI" pitchFamily="34" charset="0"/>
                <a:ea typeface="Segoe UI" pitchFamily="34" charset="-122"/>
                <a:cs typeface="Segoe UI" pitchFamily="34" charset="-120"/>
              </a:rPr>
              <a:t>Customer pays your fixed $90K build fee; no operating fee is due.</a:t>
            </a:r>
            <a:endParaRPr lang="en-US" sz="1000" dirty="0"/>
          </a:p>
        </p:txBody>
      </p:sp>
      <p:sp>
        <p:nvSpPr>
          <p:cNvPr id="27" name="Shape 25"/>
          <p:cNvSpPr/>
          <p:nvPr/>
        </p:nvSpPr>
        <p:spPr>
          <a:xfrm>
            <a:off x="6446520" y="4151376"/>
            <a:ext cx="4791456" cy="0"/>
          </a:xfrm>
          <a:prstGeom prst="line">
            <a:avLst/>
          </a:prstGeom>
          <a:noFill/>
          <a:ln w="10160">
            <a:solidFill>
              <a:srgbClr val="E0DCE8"/>
            </a:solidFill>
            <a:prstDash val="solid"/>
          </a:ln>
        </p:spPr>
        <p:txBody>
          <a:bodyPr/>
          <a:lstStyle/>
          <a:p>
            <a:endParaRPr lang="en-NL"/>
          </a:p>
        </p:txBody>
      </p:sp>
      <p:sp>
        <p:nvSpPr>
          <p:cNvPr id="28" name="Text 26"/>
          <p:cNvSpPr/>
          <p:nvPr/>
        </p:nvSpPr>
        <p:spPr>
          <a:xfrm>
            <a:off x="6446520" y="4288536"/>
            <a:ext cx="1828800" cy="164592"/>
          </a:xfrm>
          <a:prstGeom prst="rect">
            <a:avLst/>
          </a:prstGeom>
          <a:noFill/>
          <a:ln/>
        </p:spPr>
        <p:txBody>
          <a:bodyPr wrap="square" lIns="0" tIns="0" rIns="0" bIns="0" rtlCol="0" anchor="ctr"/>
          <a:lstStyle/>
          <a:p>
            <a:pPr marL="0" indent="0">
              <a:buNone/>
            </a:pPr>
            <a:r>
              <a:rPr lang="en-US" sz="900" b="1">
                <a:solidFill>
                  <a:srgbClr val="625D6E"/>
                </a:solidFill>
                <a:latin typeface="Segoe UI" pitchFamily="34" charset="0"/>
                <a:ea typeface="Segoe UI" pitchFamily="34" charset="-122"/>
                <a:cs typeface="Segoe UI" pitchFamily="34" charset="-120"/>
              </a:rPr>
              <a:t>YOU</a:t>
            </a:r>
            <a:endParaRPr lang="en-US" sz="900" dirty="0"/>
          </a:p>
        </p:txBody>
      </p:sp>
      <p:sp>
        <p:nvSpPr>
          <p:cNvPr id="29" name="Text 27"/>
          <p:cNvSpPr/>
          <p:nvPr/>
        </p:nvSpPr>
        <p:spPr>
          <a:xfrm>
            <a:off x="6446520" y="4535424"/>
            <a:ext cx="4754880" cy="201168"/>
          </a:xfrm>
          <a:prstGeom prst="rect">
            <a:avLst/>
          </a:prstGeom>
          <a:noFill/>
          <a:ln/>
        </p:spPr>
        <p:txBody>
          <a:bodyPr wrap="square" lIns="0" tIns="0" rIns="0" bIns="0" rtlCol="0" anchor="ctr"/>
          <a:lstStyle/>
          <a:p>
            <a:pPr marL="0" indent="0">
              <a:buNone/>
            </a:pPr>
            <a:r>
              <a:rPr lang="en-US" sz="1000">
                <a:solidFill>
                  <a:srgbClr val="272334"/>
                </a:solidFill>
                <a:latin typeface="Segoe UI" pitchFamily="34" charset="0"/>
                <a:ea typeface="Segoe UI" pitchFamily="34" charset="-122"/>
                <a:cs typeface="Segoe UI" pitchFamily="34" charset="-120"/>
              </a:rPr>
              <a:t>Your build is covered; you still absorb $25K in run costs.</a:t>
            </a:r>
            <a:endParaRPr lang="en-US" sz="1000" dirty="0"/>
          </a:p>
        </p:txBody>
      </p:sp>
      <p:sp>
        <p:nvSpPr>
          <p:cNvPr id="30" name="Text 28"/>
          <p:cNvSpPr/>
          <p:nvPr/>
        </p:nvSpPr>
        <p:spPr>
          <a:xfrm>
            <a:off x="6446520" y="4837176"/>
            <a:ext cx="4754880" cy="182880"/>
          </a:xfrm>
          <a:prstGeom prst="rect">
            <a:avLst/>
          </a:prstGeom>
          <a:noFill/>
          <a:ln/>
        </p:spPr>
        <p:txBody>
          <a:bodyPr wrap="square" lIns="0" tIns="0" rIns="0" bIns="0" rtlCol="0" anchor="ctr"/>
          <a:lstStyle/>
          <a:p>
            <a:pPr marL="0" indent="0">
              <a:buNone/>
            </a:pPr>
            <a:r>
              <a:rPr lang="en-US" sz="1000" b="1">
                <a:solidFill>
                  <a:srgbClr val="A65D16"/>
                </a:solidFill>
                <a:latin typeface="Segoe UI" pitchFamily="34" charset="0"/>
                <a:ea typeface="Segoe UI" pitchFamily="34" charset="-122"/>
                <a:cs typeface="Segoe UI" pitchFamily="34" charset="-120"/>
              </a:rPr>
              <a:t>Your contribution: -$25K before other costs</a:t>
            </a:r>
            <a:endParaRPr lang="en-US" sz="1000" dirty="0"/>
          </a:p>
        </p:txBody>
      </p:sp>
      <p:sp>
        <p:nvSpPr>
          <p:cNvPr id="31" name="Shape 29"/>
          <p:cNvSpPr/>
          <p:nvPr/>
        </p:nvSpPr>
        <p:spPr>
          <a:xfrm>
            <a:off x="685800" y="5513832"/>
            <a:ext cx="10817352" cy="667512"/>
          </a:xfrm>
          <a:prstGeom prst="roundRect">
            <a:avLst>
              <a:gd name="adj" fmla="val 10959"/>
            </a:avLst>
          </a:prstGeom>
          <a:solidFill>
            <a:srgbClr val="F0EAF7"/>
          </a:solidFill>
          <a:ln w="10160">
            <a:solidFill>
              <a:srgbClr val="F0EAF7"/>
            </a:solidFill>
            <a:prstDash val="solid"/>
          </a:ln>
        </p:spPr>
        <p:txBody>
          <a:bodyPr/>
          <a:lstStyle/>
          <a:p>
            <a:endParaRPr lang="en-NL"/>
          </a:p>
        </p:txBody>
      </p:sp>
      <p:sp>
        <p:nvSpPr>
          <p:cNvPr id="32" name="Text 30"/>
          <p:cNvSpPr/>
          <p:nvPr/>
        </p:nvSpPr>
        <p:spPr>
          <a:xfrm>
            <a:off x="914400" y="5623560"/>
            <a:ext cx="10332720" cy="219456"/>
          </a:xfrm>
          <a:prstGeom prst="rect">
            <a:avLst/>
          </a:prstGeom>
          <a:noFill/>
          <a:ln/>
        </p:spPr>
        <p:txBody>
          <a:bodyPr wrap="square" lIns="0" tIns="0" rIns="0" bIns="0" rtlCol="0" anchor="ctr"/>
          <a:lstStyle/>
          <a:p>
            <a:pPr marL="0" indent="0">
              <a:buNone/>
            </a:pPr>
            <a:r>
              <a:rPr lang="en-US" sz="1030" b="1">
                <a:solidFill>
                  <a:srgbClr val="135A7A"/>
                </a:solidFill>
                <a:latin typeface="Segoe UI" pitchFamily="34" charset="0"/>
                <a:ea typeface="Segoe UI" pitchFamily="34" charset="-122"/>
                <a:cs typeface="Segoe UI" pitchFamily="34" charset="-120"/>
              </a:rPr>
              <a:t>IF YOU HIT THE TARGET: $180K operating fee - $25K run cost = +$155K contribution. Fixed build assumed at cost.</a:t>
            </a:r>
            <a:endParaRPr lang="en-US" sz="1030" dirty="0"/>
          </a:p>
        </p:txBody>
      </p:sp>
      <p:sp>
        <p:nvSpPr>
          <p:cNvPr id="33" name="Text 31"/>
          <p:cNvSpPr/>
          <p:nvPr/>
        </p:nvSpPr>
        <p:spPr>
          <a:xfrm>
            <a:off x="713232" y="6382512"/>
            <a:ext cx="10789920" cy="228600"/>
          </a:xfrm>
          <a:prstGeom prst="rect">
            <a:avLst/>
          </a:prstGeom>
          <a:noFill/>
          <a:ln/>
        </p:spPr>
        <p:txBody>
          <a:bodyPr wrap="square" lIns="0" tIns="0" rIns="0" bIns="0" rtlCol="0" anchor="ctr"/>
          <a:lstStyle/>
          <a:p>
            <a:pPr marL="0" indent="0">
              <a:buNone/>
            </a:pPr>
            <a:r>
              <a:rPr lang="en-US" sz="800">
                <a:solidFill>
                  <a:srgbClr val="625D6E"/>
                </a:solidFill>
                <a:latin typeface="Segoe UI" pitchFamily="34" charset="0"/>
                <a:ea typeface="Segoe UI" pitchFamily="34" charset="-122"/>
                <a:cs typeface="Segoe UI" pitchFamily="34" charset="-120"/>
              </a:rPr>
              <a:t>Assumes your $90K fixed build price equals $90K build cost (no build margin); 50K attempts, 45K matches at target, $4 per match, and $0.50 run cost per attempt. Your contribution excludes support, integration, overhead and financing.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685</TotalTime>
  <Words>1928</Words>
  <Application>Microsoft Office PowerPoint</Application>
  <PresentationFormat>Widescreen</PresentationFormat>
  <Paragraphs>240</Paragraphs>
  <Slides>9</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Outcome, Output and Hybrid Pricing</dc:title>
  <dc:subject>Pricing model comparison</dc:subject>
  <dc:creator>Microsoft Scout</dc:creator>
  <cp:lastModifiedBy>Giel Cuijpers</cp:lastModifiedBy>
  <cp:revision>9</cp:revision>
  <dcterms:created xsi:type="dcterms:W3CDTF">2026-09-29T13:32:55Z</dcterms:created>
  <dcterms:modified xsi:type="dcterms:W3CDTF">2026-10-08T08:42:05Z</dcterms:modified>
</cp:coreProperties>
</file>